
<file path=[Content_Types].xml><?xml version="1.0" encoding="utf-8"?>
<Types xmlns="http://schemas.openxmlformats.org/package/2006/content-types">
  <Default Extension="jpeg" ContentType="image/jpeg"/>
  <Default Extension="jpg" ContentType="image/pn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notesMasterIdLst>
    <p:notesMasterId r:id="rId43"/>
  </p:notesMasterIdLst>
  <p:sldIdLst>
    <p:sldId id="256" r:id="rId2"/>
    <p:sldId id="308" r:id="rId3"/>
    <p:sldId id="297" r:id="rId4"/>
    <p:sldId id="263" r:id="rId5"/>
    <p:sldId id="264" r:id="rId6"/>
    <p:sldId id="265" r:id="rId7"/>
    <p:sldId id="298" r:id="rId8"/>
    <p:sldId id="277" r:id="rId9"/>
    <p:sldId id="311" r:id="rId10"/>
    <p:sldId id="312" r:id="rId11"/>
    <p:sldId id="266" r:id="rId12"/>
    <p:sldId id="267" r:id="rId13"/>
    <p:sldId id="268" r:id="rId14"/>
    <p:sldId id="270" r:id="rId15"/>
    <p:sldId id="300" r:id="rId16"/>
    <p:sldId id="301" r:id="rId17"/>
    <p:sldId id="313" r:id="rId18"/>
    <p:sldId id="302" r:id="rId19"/>
    <p:sldId id="269" r:id="rId20"/>
    <p:sldId id="276" r:id="rId21"/>
    <p:sldId id="275" r:id="rId22"/>
    <p:sldId id="299" r:id="rId23"/>
    <p:sldId id="303" r:id="rId24"/>
    <p:sldId id="304" r:id="rId25"/>
    <p:sldId id="305" r:id="rId26"/>
    <p:sldId id="306" r:id="rId27"/>
    <p:sldId id="307" r:id="rId28"/>
    <p:sldId id="279" r:id="rId29"/>
    <p:sldId id="280" r:id="rId30"/>
    <p:sldId id="287" r:id="rId31"/>
    <p:sldId id="310" r:id="rId32"/>
    <p:sldId id="281" r:id="rId33"/>
    <p:sldId id="282" r:id="rId34"/>
    <p:sldId id="283" r:id="rId35"/>
    <p:sldId id="284" r:id="rId36"/>
    <p:sldId id="285" r:id="rId37"/>
    <p:sldId id="288" r:id="rId38"/>
    <p:sldId id="289" r:id="rId39"/>
    <p:sldId id="295" r:id="rId40"/>
    <p:sldId id="309" r:id="rId41"/>
    <p:sldId id="296" r:id="rId4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DE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06E9B9-98D7-4243-93D7-F2D581AFDD50}" v="221" dt="2026-02-06T15:32:36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55" autoAdjust="0"/>
    <p:restoredTop sz="87246" autoAdjust="0"/>
  </p:normalViewPr>
  <p:slideViewPr>
    <p:cSldViewPr snapToGrid="0">
      <p:cViewPr varScale="1">
        <p:scale>
          <a:sx n="97" d="100"/>
          <a:sy n="97" d="100"/>
        </p:scale>
        <p:origin x="1094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76" d="100"/>
        <a:sy n="17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ssef BOUTALEB" userId="58f66df1-7896-4d27-b87c-3242deb719f5" providerId="ADAL" clId="{83442DCC-A118-41C8-BC6E-F0F0728D2230}"/>
    <pc:docChg chg="undo custSel addSld delSld modSld sldOrd">
      <pc:chgData name="Youssef BOUTALEB" userId="58f66df1-7896-4d27-b87c-3242deb719f5" providerId="ADAL" clId="{83442DCC-A118-41C8-BC6E-F0F0728D2230}" dt="2026-02-06T15:32:36.251" v="3227" actId="20577"/>
      <pc:docMkLst>
        <pc:docMk/>
      </pc:docMkLst>
      <pc:sldChg chg="modSp mod modNotesTx">
        <pc:chgData name="Youssef BOUTALEB" userId="58f66df1-7896-4d27-b87c-3242deb719f5" providerId="ADAL" clId="{83442DCC-A118-41C8-BC6E-F0F0728D2230}" dt="2026-02-06T14:59:06.587" v="2332" actId="20577"/>
        <pc:sldMkLst>
          <pc:docMk/>
          <pc:sldMk cId="1522438167" sldId="256"/>
        </pc:sldMkLst>
        <pc:spChg chg="mod">
          <ac:chgData name="Youssef BOUTALEB" userId="58f66df1-7896-4d27-b87c-3242deb719f5" providerId="ADAL" clId="{83442DCC-A118-41C8-BC6E-F0F0728D2230}" dt="2026-02-05T08:19:13.230" v="9" actId="108"/>
          <ac:spMkLst>
            <pc:docMk/>
            <pc:sldMk cId="1522438167" sldId="256"/>
            <ac:spMk id="2" creationId="{A39D0304-0CFD-263A-0145-884337B6B3A0}"/>
          </ac:spMkLst>
        </pc:spChg>
      </pc:sldChg>
      <pc:sldChg chg="add del mod modShow">
        <pc:chgData name="Youssef BOUTALEB" userId="58f66df1-7896-4d27-b87c-3242deb719f5" providerId="ADAL" clId="{83442DCC-A118-41C8-BC6E-F0F0728D2230}" dt="2026-02-06T12:55:31.309" v="1976" actId="47"/>
        <pc:sldMkLst>
          <pc:docMk/>
          <pc:sldMk cId="846915961" sldId="257"/>
        </pc:sldMkLst>
      </pc:sldChg>
      <pc:sldChg chg="del">
        <pc:chgData name="Youssef BOUTALEB" userId="58f66df1-7896-4d27-b87c-3242deb719f5" providerId="ADAL" clId="{83442DCC-A118-41C8-BC6E-F0F0728D2230}" dt="2026-02-05T08:07:39.940" v="0" actId="2696"/>
        <pc:sldMkLst>
          <pc:docMk/>
          <pc:sldMk cId="1017121344" sldId="257"/>
        </pc:sldMkLst>
      </pc:sldChg>
      <pc:sldChg chg="add del mod modShow">
        <pc:chgData name="Youssef BOUTALEB" userId="58f66df1-7896-4d27-b87c-3242deb719f5" providerId="ADAL" clId="{83442DCC-A118-41C8-BC6E-F0F0728D2230}" dt="2026-02-06T12:55:31.309" v="1976" actId="47"/>
        <pc:sldMkLst>
          <pc:docMk/>
          <pc:sldMk cId="2048701403" sldId="258"/>
        </pc:sldMkLst>
      </pc:sldChg>
      <pc:sldChg chg="del">
        <pc:chgData name="Youssef BOUTALEB" userId="58f66df1-7896-4d27-b87c-3242deb719f5" providerId="ADAL" clId="{83442DCC-A118-41C8-BC6E-F0F0728D2230}" dt="2026-02-05T08:07:39.940" v="0" actId="2696"/>
        <pc:sldMkLst>
          <pc:docMk/>
          <pc:sldMk cId="4013917651" sldId="258"/>
        </pc:sldMkLst>
      </pc:sldChg>
      <pc:sldChg chg="add del mod modShow">
        <pc:chgData name="Youssef BOUTALEB" userId="58f66df1-7896-4d27-b87c-3242deb719f5" providerId="ADAL" clId="{83442DCC-A118-41C8-BC6E-F0F0728D2230}" dt="2026-02-06T12:55:31.309" v="1976" actId="47"/>
        <pc:sldMkLst>
          <pc:docMk/>
          <pc:sldMk cId="1017213323" sldId="259"/>
        </pc:sldMkLst>
      </pc:sldChg>
      <pc:sldChg chg="del">
        <pc:chgData name="Youssef BOUTALEB" userId="58f66df1-7896-4d27-b87c-3242deb719f5" providerId="ADAL" clId="{83442DCC-A118-41C8-BC6E-F0F0728D2230}" dt="2026-02-05T08:07:39.940" v="0" actId="2696"/>
        <pc:sldMkLst>
          <pc:docMk/>
          <pc:sldMk cId="1689976103" sldId="259"/>
        </pc:sldMkLst>
      </pc:sldChg>
      <pc:sldChg chg="del">
        <pc:chgData name="Youssef BOUTALEB" userId="58f66df1-7896-4d27-b87c-3242deb719f5" providerId="ADAL" clId="{83442DCC-A118-41C8-BC6E-F0F0728D2230}" dt="2026-02-05T08:07:39.940" v="0" actId="2696"/>
        <pc:sldMkLst>
          <pc:docMk/>
          <pc:sldMk cId="613644870" sldId="260"/>
        </pc:sldMkLst>
      </pc:sldChg>
      <pc:sldChg chg="add del mod modShow">
        <pc:chgData name="Youssef BOUTALEB" userId="58f66df1-7896-4d27-b87c-3242deb719f5" providerId="ADAL" clId="{83442DCC-A118-41C8-BC6E-F0F0728D2230}" dt="2026-02-06T12:55:31.309" v="1976" actId="47"/>
        <pc:sldMkLst>
          <pc:docMk/>
          <pc:sldMk cId="2788653640" sldId="260"/>
        </pc:sldMkLst>
      </pc:sldChg>
      <pc:sldChg chg="del">
        <pc:chgData name="Youssef BOUTALEB" userId="58f66df1-7896-4d27-b87c-3242deb719f5" providerId="ADAL" clId="{83442DCC-A118-41C8-BC6E-F0F0728D2230}" dt="2026-02-05T08:07:39.940" v="0" actId="2696"/>
        <pc:sldMkLst>
          <pc:docMk/>
          <pc:sldMk cId="249634079" sldId="261"/>
        </pc:sldMkLst>
      </pc:sldChg>
      <pc:sldChg chg="add del mod modShow">
        <pc:chgData name="Youssef BOUTALEB" userId="58f66df1-7896-4d27-b87c-3242deb719f5" providerId="ADAL" clId="{83442DCC-A118-41C8-BC6E-F0F0728D2230}" dt="2026-02-06T12:55:31.309" v="1976" actId="47"/>
        <pc:sldMkLst>
          <pc:docMk/>
          <pc:sldMk cId="1979591585" sldId="261"/>
        </pc:sldMkLst>
      </pc:sldChg>
      <pc:sldChg chg="modSp add del mod modNotesTx">
        <pc:chgData name="Youssef BOUTALEB" userId="58f66df1-7896-4d27-b87c-3242deb719f5" providerId="ADAL" clId="{83442DCC-A118-41C8-BC6E-F0F0728D2230}" dt="2026-02-05T13:22:34.231" v="424" actId="47"/>
        <pc:sldMkLst>
          <pc:docMk/>
          <pc:sldMk cId="3590211372" sldId="262"/>
        </pc:sldMkLst>
        <pc:spChg chg="mod">
          <ac:chgData name="Youssef BOUTALEB" userId="58f66df1-7896-4d27-b87c-3242deb719f5" providerId="ADAL" clId="{83442DCC-A118-41C8-BC6E-F0F0728D2230}" dt="2026-02-05T08:22:47.363" v="18" actId="20577"/>
          <ac:spMkLst>
            <pc:docMk/>
            <pc:sldMk cId="3590211372" sldId="262"/>
            <ac:spMk id="2" creationId="{7EE987C4-8518-90A2-45DE-01E9477394ED}"/>
          </ac:spMkLst>
        </pc:spChg>
        <pc:spChg chg="mod">
          <ac:chgData name="Youssef BOUTALEB" userId="58f66df1-7896-4d27-b87c-3242deb719f5" providerId="ADAL" clId="{83442DCC-A118-41C8-BC6E-F0F0728D2230}" dt="2026-02-05T08:28:38.337" v="42" actId="20577"/>
          <ac:spMkLst>
            <pc:docMk/>
            <pc:sldMk cId="3590211372" sldId="262"/>
            <ac:spMk id="3" creationId="{6A24CD95-FC0C-D551-27F7-984010A1DF65}"/>
          </ac:spMkLst>
        </pc:spChg>
      </pc:sldChg>
      <pc:sldChg chg="modSp mod ord modNotesTx">
        <pc:chgData name="Youssef BOUTALEB" userId="58f66df1-7896-4d27-b87c-3242deb719f5" providerId="ADAL" clId="{83442DCC-A118-41C8-BC6E-F0F0728D2230}" dt="2026-02-06T15:10:45.107" v="2658" actId="20577"/>
        <pc:sldMkLst>
          <pc:docMk/>
          <pc:sldMk cId="257380262" sldId="263"/>
        </pc:sldMkLst>
        <pc:spChg chg="mod">
          <ac:chgData name="Youssef BOUTALEB" userId="58f66df1-7896-4d27-b87c-3242deb719f5" providerId="ADAL" clId="{83442DCC-A118-41C8-BC6E-F0F0728D2230}" dt="2026-02-05T08:34:26.507" v="78" actId="113"/>
          <ac:spMkLst>
            <pc:docMk/>
            <pc:sldMk cId="257380262" sldId="263"/>
            <ac:spMk id="2" creationId="{1D65CABB-713C-F2F6-5318-D7FF42775044}"/>
          </ac:spMkLst>
        </pc:spChg>
        <pc:spChg chg="mod">
          <ac:chgData name="Youssef BOUTALEB" userId="58f66df1-7896-4d27-b87c-3242deb719f5" providerId="ADAL" clId="{83442DCC-A118-41C8-BC6E-F0F0728D2230}" dt="2026-02-05T08:23:16.418" v="23" actId="20577"/>
          <ac:spMkLst>
            <pc:docMk/>
            <pc:sldMk cId="257380262" sldId="263"/>
            <ac:spMk id="3" creationId="{E8D15B1B-9212-A042-A9DC-2D4E3E8605BB}"/>
          </ac:spMkLst>
        </pc:spChg>
      </pc:sldChg>
      <pc:sldChg chg="modNotesTx">
        <pc:chgData name="Youssef BOUTALEB" userId="58f66df1-7896-4d27-b87c-3242deb719f5" providerId="ADAL" clId="{83442DCC-A118-41C8-BC6E-F0F0728D2230}" dt="2026-02-06T15:11:34.605" v="2660" actId="20577"/>
        <pc:sldMkLst>
          <pc:docMk/>
          <pc:sldMk cId="3544393827" sldId="264"/>
        </pc:sldMkLst>
      </pc:sldChg>
      <pc:sldChg chg="modNotesTx">
        <pc:chgData name="Youssef BOUTALEB" userId="58f66df1-7896-4d27-b87c-3242deb719f5" providerId="ADAL" clId="{83442DCC-A118-41C8-BC6E-F0F0728D2230}" dt="2026-02-06T15:13:53.808" v="2804" actId="20577"/>
        <pc:sldMkLst>
          <pc:docMk/>
          <pc:sldMk cId="3620727805" sldId="265"/>
        </pc:sldMkLst>
      </pc:sldChg>
      <pc:sldChg chg="addSp delSp modSp mod modNotesTx">
        <pc:chgData name="Youssef BOUTALEB" userId="58f66df1-7896-4d27-b87c-3242deb719f5" providerId="ADAL" clId="{83442DCC-A118-41C8-BC6E-F0F0728D2230}" dt="2026-02-06T15:27:16.870" v="3200" actId="20577"/>
        <pc:sldMkLst>
          <pc:docMk/>
          <pc:sldMk cId="3311077459" sldId="266"/>
        </pc:sldMkLst>
        <pc:graphicFrameChg chg="del">
          <ac:chgData name="Youssef BOUTALEB" userId="58f66df1-7896-4d27-b87c-3242deb719f5" providerId="ADAL" clId="{83442DCC-A118-41C8-BC6E-F0F0728D2230}" dt="2026-02-05T11:28:19.618" v="388" actId="478"/>
          <ac:graphicFrameMkLst>
            <pc:docMk/>
            <pc:sldMk cId="3311077459" sldId="266"/>
            <ac:graphicFrameMk id="14" creationId="{32624FB4-2814-7EA6-ED40-4E8BE67A8175}"/>
          </ac:graphicFrameMkLst>
        </pc:graphicFrameChg>
        <pc:picChg chg="add mod">
          <ac:chgData name="Youssef BOUTALEB" userId="58f66df1-7896-4d27-b87c-3242deb719f5" providerId="ADAL" clId="{83442DCC-A118-41C8-BC6E-F0F0728D2230}" dt="2026-02-05T11:28:28.087" v="395" actId="1076"/>
          <ac:picMkLst>
            <pc:docMk/>
            <pc:sldMk cId="3311077459" sldId="266"/>
            <ac:picMk id="3" creationId="{3E316472-7CAF-D132-6523-97B665EA6935}"/>
          </ac:picMkLst>
        </pc:picChg>
      </pc:sldChg>
      <pc:sldChg chg="addSp delSp modSp mod modNotesTx">
        <pc:chgData name="Youssef BOUTALEB" userId="58f66df1-7896-4d27-b87c-3242deb719f5" providerId="ADAL" clId="{83442DCC-A118-41C8-BC6E-F0F0728D2230}" dt="2026-02-06T15:28:19.669" v="3202" actId="20577"/>
        <pc:sldMkLst>
          <pc:docMk/>
          <pc:sldMk cId="423821678" sldId="267"/>
        </pc:sldMkLst>
        <pc:spChg chg="mod">
          <ac:chgData name="Youssef BOUTALEB" userId="58f66df1-7896-4d27-b87c-3242deb719f5" providerId="ADAL" clId="{83442DCC-A118-41C8-BC6E-F0F0728D2230}" dt="2026-02-05T14:15:21.468" v="699" actId="1076"/>
          <ac:spMkLst>
            <pc:docMk/>
            <pc:sldMk cId="423821678" sldId="267"/>
            <ac:spMk id="13" creationId="{EC88AD1B-5E99-C0CF-B29E-F0C5E0393A47}"/>
          </ac:spMkLst>
        </pc:spChg>
        <pc:picChg chg="del">
          <ac:chgData name="Youssef BOUTALEB" userId="58f66df1-7896-4d27-b87c-3242deb719f5" providerId="ADAL" clId="{83442DCC-A118-41C8-BC6E-F0F0728D2230}" dt="2026-02-05T14:14:06.301" v="691" actId="478"/>
          <ac:picMkLst>
            <pc:docMk/>
            <pc:sldMk cId="423821678" sldId="267"/>
            <ac:picMk id="3" creationId="{A4BF5651-7ACD-AB2B-0917-01233F844120}"/>
          </ac:picMkLst>
        </pc:picChg>
        <pc:picChg chg="add mod">
          <ac:chgData name="Youssef BOUTALEB" userId="58f66df1-7896-4d27-b87c-3242deb719f5" providerId="ADAL" clId="{83442DCC-A118-41C8-BC6E-F0F0728D2230}" dt="2026-02-05T14:14:15.030" v="696" actId="14100"/>
          <ac:picMkLst>
            <pc:docMk/>
            <pc:sldMk cId="423821678" sldId="267"/>
            <ac:picMk id="4" creationId="{765C2F21-9975-347D-0570-C4F1AE874377}"/>
          </ac:picMkLst>
        </pc:picChg>
      </pc:sldChg>
      <pc:sldChg chg="addSp delSp modSp mod">
        <pc:chgData name="Youssef BOUTALEB" userId="58f66df1-7896-4d27-b87c-3242deb719f5" providerId="ADAL" clId="{83442DCC-A118-41C8-BC6E-F0F0728D2230}" dt="2026-02-05T13:25:27.242" v="502" actId="20577"/>
        <pc:sldMkLst>
          <pc:docMk/>
          <pc:sldMk cId="1355625362" sldId="268"/>
        </pc:sldMkLst>
        <pc:spChg chg="add del">
          <ac:chgData name="Youssef BOUTALEB" userId="58f66df1-7896-4d27-b87c-3242deb719f5" providerId="ADAL" clId="{83442DCC-A118-41C8-BC6E-F0F0728D2230}" dt="2026-02-05T13:23:06.579" v="426" actId="478"/>
          <ac:spMkLst>
            <pc:docMk/>
            <pc:sldMk cId="1355625362" sldId="268"/>
            <ac:spMk id="2" creationId="{0DF91500-E5EF-969C-C848-6ADA0415BABB}"/>
          </ac:spMkLst>
        </pc:spChg>
        <pc:spChg chg="add mod">
          <ac:chgData name="Youssef BOUTALEB" userId="58f66df1-7896-4d27-b87c-3242deb719f5" providerId="ADAL" clId="{83442DCC-A118-41C8-BC6E-F0F0728D2230}" dt="2026-02-05T13:25:16.616" v="493" actId="1076"/>
          <ac:spMkLst>
            <pc:docMk/>
            <pc:sldMk cId="1355625362" sldId="268"/>
            <ac:spMk id="11" creationId="{01E33A33-7834-B9B4-53C3-898313A8084D}"/>
          </ac:spMkLst>
        </pc:spChg>
        <pc:spChg chg="mod">
          <ac:chgData name="Youssef BOUTALEB" userId="58f66df1-7896-4d27-b87c-3242deb719f5" providerId="ADAL" clId="{83442DCC-A118-41C8-BC6E-F0F0728D2230}" dt="2026-02-05T13:23:20.314" v="436" actId="27636"/>
          <ac:spMkLst>
            <pc:docMk/>
            <pc:sldMk cId="1355625362" sldId="268"/>
            <ac:spMk id="13" creationId="{B43A5B5D-356D-5266-1536-53067AD92FFE}"/>
          </ac:spMkLst>
        </pc:spChg>
        <pc:spChg chg="add mod">
          <ac:chgData name="Youssef BOUTALEB" userId="58f66df1-7896-4d27-b87c-3242deb719f5" providerId="ADAL" clId="{83442DCC-A118-41C8-BC6E-F0F0728D2230}" dt="2026-02-05T13:25:27.242" v="502" actId="20577"/>
          <ac:spMkLst>
            <pc:docMk/>
            <pc:sldMk cId="1355625362" sldId="268"/>
            <ac:spMk id="14" creationId="{66222DA2-D664-55E5-76EF-130D0365EFD2}"/>
          </ac:spMkLst>
        </pc:spChg>
        <pc:picChg chg="del mod">
          <ac:chgData name="Youssef BOUTALEB" userId="58f66df1-7896-4d27-b87c-3242deb719f5" providerId="ADAL" clId="{83442DCC-A118-41C8-BC6E-F0F0728D2230}" dt="2026-02-05T13:24:15.076" v="451" actId="478"/>
          <ac:picMkLst>
            <pc:docMk/>
            <pc:sldMk cId="1355625362" sldId="268"/>
            <ac:picMk id="4" creationId="{87C6F05C-20FB-8CD7-B89F-AA74A152AD18}"/>
          </ac:picMkLst>
        </pc:picChg>
        <pc:picChg chg="add mod">
          <ac:chgData name="Youssef BOUTALEB" userId="58f66df1-7896-4d27-b87c-3242deb719f5" providerId="ADAL" clId="{83442DCC-A118-41C8-BC6E-F0F0728D2230}" dt="2026-02-05T13:23:15.012" v="434" actId="1076"/>
          <ac:picMkLst>
            <pc:docMk/>
            <pc:sldMk cId="1355625362" sldId="268"/>
            <ac:picMk id="5" creationId="{B5A537DE-D05E-256C-C18F-CF24C54ED05F}"/>
          </ac:picMkLst>
        </pc:picChg>
        <pc:picChg chg="del mod">
          <ac:chgData name="Youssef BOUTALEB" userId="58f66df1-7896-4d27-b87c-3242deb719f5" providerId="ADAL" clId="{83442DCC-A118-41C8-BC6E-F0F0728D2230}" dt="2026-02-05T13:25:08.686" v="491" actId="478"/>
          <ac:picMkLst>
            <pc:docMk/>
            <pc:sldMk cId="1355625362" sldId="268"/>
            <ac:picMk id="6" creationId="{B8C9AB27-816A-F516-EEB4-ABCA7199271B}"/>
          </ac:picMkLst>
        </pc:picChg>
        <pc:picChg chg="add mod">
          <ac:chgData name="Youssef BOUTALEB" userId="58f66df1-7896-4d27-b87c-3242deb719f5" providerId="ADAL" clId="{83442DCC-A118-41C8-BC6E-F0F0728D2230}" dt="2026-02-05T13:24:03.508" v="450" actId="1035"/>
          <ac:picMkLst>
            <pc:docMk/>
            <pc:sldMk cId="1355625362" sldId="268"/>
            <ac:picMk id="8" creationId="{649BBAE6-96A7-9B14-ECD9-0CBBFD92C175}"/>
          </ac:picMkLst>
        </pc:picChg>
        <pc:picChg chg="add del mod">
          <ac:chgData name="Youssef BOUTALEB" userId="58f66df1-7896-4d27-b87c-3242deb719f5" providerId="ADAL" clId="{83442DCC-A118-41C8-BC6E-F0F0728D2230}" dt="2026-02-05T13:24:20.546" v="455" actId="478"/>
          <ac:picMkLst>
            <pc:docMk/>
            <pc:sldMk cId="1355625362" sldId="268"/>
            <ac:picMk id="10" creationId="{EC38C592-32F7-368D-EE99-921B147C54BC}"/>
          </ac:picMkLst>
        </pc:picChg>
      </pc:sldChg>
      <pc:sldChg chg="addSp delSp modSp mod">
        <pc:chgData name="Youssef BOUTALEB" userId="58f66df1-7896-4d27-b87c-3242deb719f5" providerId="ADAL" clId="{83442DCC-A118-41C8-BC6E-F0F0728D2230}" dt="2026-02-05T14:50:10.764" v="831" actId="14100"/>
        <pc:sldMkLst>
          <pc:docMk/>
          <pc:sldMk cId="567935572" sldId="269"/>
        </pc:sldMkLst>
        <pc:spChg chg="add mod">
          <ac:chgData name="Youssef BOUTALEB" userId="58f66df1-7896-4d27-b87c-3242deb719f5" providerId="ADAL" clId="{83442DCC-A118-41C8-BC6E-F0F0728D2230}" dt="2026-02-05T14:50:10.764" v="831" actId="14100"/>
          <ac:spMkLst>
            <pc:docMk/>
            <pc:sldMk cId="567935572" sldId="269"/>
            <ac:spMk id="2" creationId="{2D1DCCC0-A129-827B-12FA-C5318E3C7024}"/>
          </ac:spMkLst>
        </pc:spChg>
        <pc:spChg chg="mod">
          <ac:chgData name="Youssef BOUTALEB" userId="58f66df1-7896-4d27-b87c-3242deb719f5" providerId="ADAL" clId="{83442DCC-A118-41C8-BC6E-F0F0728D2230}" dt="2026-02-05T13:32:50.374" v="587" actId="20577"/>
          <ac:spMkLst>
            <pc:docMk/>
            <pc:sldMk cId="567935572" sldId="269"/>
            <ac:spMk id="13" creationId="{19F6B835-8CBF-42CD-C2CC-D41D20F93F4A}"/>
          </ac:spMkLst>
        </pc:spChg>
        <pc:spChg chg="del">
          <ac:chgData name="Youssef BOUTALEB" userId="58f66df1-7896-4d27-b87c-3242deb719f5" providerId="ADAL" clId="{83442DCC-A118-41C8-BC6E-F0F0728D2230}" dt="2026-02-05T14:48:09.761" v="724" actId="478"/>
          <ac:spMkLst>
            <pc:docMk/>
            <pc:sldMk cId="567935572" sldId="269"/>
            <ac:spMk id="22" creationId="{CB44D404-342F-CE56-E6C1-8D52A69B86CC}"/>
          </ac:spMkLst>
        </pc:spChg>
        <pc:spChg chg="del">
          <ac:chgData name="Youssef BOUTALEB" userId="58f66df1-7896-4d27-b87c-3242deb719f5" providerId="ADAL" clId="{83442DCC-A118-41C8-BC6E-F0F0728D2230}" dt="2026-02-05T14:48:14.532" v="725" actId="478"/>
          <ac:spMkLst>
            <pc:docMk/>
            <pc:sldMk cId="567935572" sldId="269"/>
            <ac:spMk id="28" creationId="{42986D60-B39E-A0B1-24E8-DFAFC843A45B}"/>
          </ac:spMkLst>
        </pc:spChg>
        <pc:picChg chg="add mod">
          <ac:chgData name="Youssef BOUTALEB" userId="58f66df1-7896-4d27-b87c-3242deb719f5" providerId="ADAL" clId="{83442DCC-A118-41C8-BC6E-F0F0728D2230}" dt="2026-02-05T14:47:48.295" v="723" actId="1076"/>
          <ac:picMkLst>
            <pc:docMk/>
            <pc:sldMk cId="567935572" sldId="269"/>
            <ac:picMk id="4" creationId="{A18CF83D-A73B-1E41-E0D3-A154CBB31E3D}"/>
          </ac:picMkLst>
        </pc:picChg>
        <pc:picChg chg="del">
          <ac:chgData name="Youssef BOUTALEB" userId="58f66df1-7896-4d27-b87c-3242deb719f5" providerId="ADAL" clId="{83442DCC-A118-41C8-BC6E-F0F0728D2230}" dt="2026-02-05T14:47:33.663" v="714" actId="478"/>
          <ac:picMkLst>
            <pc:docMk/>
            <pc:sldMk cId="567935572" sldId="269"/>
            <ac:picMk id="8194" creationId="{3FC8A215-3B8D-D782-03D9-8648E133120C}"/>
          </ac:picMkLst>
        </pc:picChg>
      </pc:sldChg>
      <pc:sldChg chg="addSp delSp modSp mod">
        <pc:chgData name="Youssef BOUTALEB" userId="58f66df1-7896-4d27-b87c-3242deb719f5" providerId="ADAL" clId="{83442DCC-A118-41C8-BC6E-F0F0728D2230}" dt="2026-02-06T10:03:31.857" v="933" actId="478"/>
        <pc:sldMkLst>
          <pc:docMk/>
          <pc:sldMk cId="1314016449" sldId="270"/>
        </pc:sldMkLst>
        <pc:spChg chg="add del mod">
          <ac:chgData name="Youssef BOUTALEB" userId="58f66df1-7896-4d27-b87c-3242deb719f5" providerId="ADAL" clId="{83442DCC-A118-41C8-BC6E-F0F0728D2230}" dt="2026-02-06T10:03:31.857" v="933" actId="478"/>
          <ac:spMkLst>
            <pc:docMk/>
            <pc:sldMk cId="1314016449" sldId="270"/>
            <ac:spMk id="5" creationId="{420E4D96-0C37-1B1D-73C8-39E9E8678390}"/>
          </ac:spMkLst>
        </pc:spChg>
        <pc:spChg chg="mod">
          <ac:chgData name="Youssef BOUTALEB" userId="58f66df1-7896-4d27-b87c-3242deb719f5" providerId="ADAL" clId="{83442DCC-A118-41C8-BC6E-F0F0728D2230}" dt="2026-02-06T10:00:19.967" v="932" actId="14100"/>
          <ac:spMkLst>
            <pc:docMk/>
            <pc:sldMk cId="1314016449" sldId="270"/>
            <ac:spMk id="13" creationId="{98CF642F-3031-545D-2256-DB3501048E68}"/>
          </ac:spMkLst>
        </pc:spChg>
        <pc:picChg chg="del">
          <ac:chgData name="Youssef BOUTALEB" userId="58f66df1-7896-4d27-b87c-3242deb719f5" providerId="ADAL" clId="{83442DCC-A118-41C8-BC6E-F0F0728D2230}" dt="2026-02-05T13:19:55.152" v="402" actId="478"/>
          <ac:picMkLst>
            <pc:docMk/>
            <pc:sldMk cId="1314016449" sldId="270"/>
            <ac:picMk id="3" creationId="{ED84F7E8-CD90-29C5-529E-2215C865A718}"/>
          </ac:picMkLst>
        </pc:picChg>
        <pc:picChg chg="add mod">
          <ac:chgData name="Youssef BOUTALEB" userId="58f66df1-7896-4d27-b87c-3242deb719f5" providerId="ADAL" clId="{83442DCC-A118-41C8-BC6E-F0F0728D2230}" dt="2026-02-05T13:20:12.583" v="414" actId="962"/>
          <ac:picMkLst>
            <pc:docMk/>
            <pc:sldMk cId="1314016449" sldId="270"/>
            <ac:picMk id="4" creationId="{1873FCC5-1658-AA6E-DA89-283D1B2D8055}"/>
          </ac:picMkLst>
        </pc:picChg>
      </pc:sldChg>
      <pc:sldChg chg="modSp del ord">
        <pc:chgData name="Youssef BOUTALEB" userId="58f66df1-7896-4d27-b87c-3242deb719f5" providerId="ADAL" clId="{83442DCC-A118-41C8-BC6E-F0F0728D2230}" dt="2026-02-05T13:41:45.762" v="609" actId="2696"/>
        <pc:sldMkLst>
          <pc:docMk/>
          <pc:sldMk cId="1623918591" sldId="271"/>
        </pc:sldMkLst>
        <pc:spChg chg="mod">
          <ac:chgData name="Youssef BOUTALEB" userId="58f66df1-7896-4d27-b87c-3242deb719f5" providerId="ADAL" clId="{83442DCC-A118-41C8-BC6E-F0F0728D2230}" dt="2026-02-05T13:29:36.908" v="578"/>
          <ac:spMkLst>
            <pc:docMk/>
            <pc:sldMk cId="1623918591" sldId="271"/>
            <ac:spMk id="12" creationId="{852578D8-7DA9-6B13-1C34-A112CACB8E0D}"/>
          </ac:spMkLst>
        </pc:spChg>
      </pc:sldChg>
      <pc:sldChg chg="del">
        <pc:chgData name="Youssef BOUTALEB" userId="58f66df1-7896-4d27-b87c-3242deb719f5" providerId="ADAL" clId="{83442DCC-A118-41C8-BC6E-F0F0728D2230}" dt="2026-02-05T13:31:02.730" v="579" actId="47"/>
        <pc:sldMkLst>
          <pc:docMk/>
          <pc:sldMk cId="999418197" sldId="272"/>
        </pc:sldMkLst>
      </pc:sldChg>
      <pc:sldChg chg="del">
        <pc:chgData name="Youssef BOUTALEB" userId="58f66df1-7896-4d27-b87c-3242deb719f5" providerId="ADAL" clId="{83442DCC-A118-41C8-BC6E-F0F0728D2230}" dt="2026-02-05T13:31:02.730" v="579" actId="47"/>
        <pc:sldMkLst>
          <pc:docMk/>
          <pc:sldMk cId="1308689009" sldId="273"/>
        </pc:sldMkLst>
      </pc:sldChg>
      <pc:sldChg chg="ord">
        <pc:chgData name="Youssef BOUTALEB" userId="58f66df1-7896-4d27-b87c-3242deb719f5" providerId="ADAL" clId="{83442DCC-A118-41C8-BC6E-F0F0728D2230}" dt="2026-02-05T13:34:19.899" v="599"/>
        <pc:sldMkLst>
          <pc:docMk/>
          <pc:sldMk cId="2940217086" sldId="276"/>
        </pc:sldMkLst>
      </pc:sldChg>
      <pc:sldChg chg="addSp delSp modSp add del mod modNotesTx">
        <pc:chgData name="Youssef BOUTALEB" userId="58f66df1-7896-4d27-b87c-3242deb719f5" providerId="ADAL" clId="{83442DCC-A118-41C8-BC6E-F0F0728D2230}" dt="2026-02-06T15:19:49.309" v="2920" actId="20577"/>
        <pc:sldMkLst>
          <pc:docMk/>
          <pc:sldMk cId="2247663940" sldId="277"/>
        </pc:sldMkLst>
        <pc:spChg chg="add del mod">
          <ac:chgData name="Youssef BOUTALEB" userId="58f66df1-7896-4d27-b87c-3242deb719f5" providerId="ADAL" clId="{83442DCC-A118-41C8-BC6E-F0F0728D2230}" dt="2026-02-05T13:48:05.757" v="613" actId="478"/>
          <ac:spMkLst>
            <pc:docMk/>
            <pc:sldMk cId="2247663940" sldId="277"/>
            <ac:spMk id="3" creationId="{F46D9454-3FC0-D590-E844-07B4F1CC983B}"/>
          </ac:spMkLst>
        </pc:spChg>
        <pc:spChg chg="add del mod">
          <ac:chgData name="Youssef BOUTALEB" userId="58f66df1-7896-4d27-b87c-3242deb719f5" providerId="ADAL" clId="{83442DCC-A118-41C8-BC6E-F0F0728D2230}" dt="2026-02-06T13:34:41.337" v="2071" actId="21"/>
          <ac:spMkLst>
            <pc:docMk/>
            <pc:sldMk cId="2247663940" sldId="277"/>
            <ac:spMk id="6" creationId="{1FFEBD7C-13C9-D564-B5A1-49F90E8F035C}"/>
          </ac:spMkLst>
        </pc:spChg>
        <pc:spChg chg="del">
          <ac:chgData name="Youssef BOUTALEB" userId="58f66df1-7896-4d27-b87c-3242deb719f5" providerId="ADAL" clId="{83442DCC-A118-41C8-BC6E-F0F0728D2230}" dt="2026-02-05T13:47:08.760" v="612" actId="478"/>
          <ac:spMkLst>
            <pc:docMk/>
            <pc:sldMk cId="2247663940" sldId="277"/>
            <ac:spMk id="10" creationId="{4C979E0E-9A6B-EBF3-CC45-B69629D4E439}"/>
          </ac:spMkLst>
        </pc:spChg>
        <pc:picChg chg="add mod ord">
          <ac:chgData name="Youssef BOUTALEB" userId="58f66df1-7896-4d27-b87c-3242deb719f5" providerId="ADAL" clId="{83442DCC-A118-41C8-BC6E-F0F0728D2230}" dt="2026-02-05T14:06:17.606" v="657" actId="1076"/>
          <ac:picMkLst>
            <pc:docMk/>
            <pc:sldMk cId="2247663940" sldId="277"/>
            <ac:picMk id="5" creationId="{1F2D442B-EB97-5F5A-5AF2-BD97499613DA}"/>
          </ac:picMkLst>
        </pc:picChg>
        <pc:picChg chg="del">
          <ac:chgData name="Youssef BOUTALEB" userId="58f66df1-7896-4d27-b87c-3242deb719f5" providerId="ADAL" clId="{83442DCC-A118-41C8-BC6E-F0F0728D2230}" dt="2026-02-05T13:47:05.447" v="611" actId="478"/>
          <ac:picMkLst>
            <pc:docMk/>
            <pc:sldMk cId="2247663940" sldId="277"/>
            <ac:picMk id="14" creationId="{70326AED-47E7-F705-4CE3-142D5ADFC422}"/>
          </ac:picMkLst>
        </pc:picChg>
      </pc:sldChg>
      <pc:sldChg chg="addSp delSp modSp del mod">
        <pc:chgData name="Youssef BOUTALEB" userId="58f66df1-7896-4d27-b87c-3242deb719f5" providerId="ADAL" clId="{83442DCC-A118-41C8-BC6E-F0F0728D2230}" dt="2026-02-05T13:59:02.208" v="646" actId="47"/>
        <pc:sldMkLst>
          <pc:docMk/>
          <pc:sldMk cId="2859706419" sldId="278"/>
        </pc:sldMkLst>
        <pc:spChg chg="add del mod">
          <ac:chgData name="Youssef BOUTALEB" userId="58f66df1-7896-4d27-b87c-3242deb719f5" providerId="ADAL" clId="{83442DCC-A118-41C8-BC6E-F0F0728D2230}" dt="2026-02-05T10:01:22.073" v="299" actId="478"/>
          <ac:spMkLst>
            <pc:docMk/>
            <pc:sldMk cId="2859706419" sldId="278"/>
            <ac:spMk id="2" creationId="{36703D82-68D2-7DEF-FA15-F2EA215F8DD7}"/>
          </ac:spMkLst>
        </pc:spChg>
        <pc:spChg chg="add del mod">
          <ac:chgData name="Youssef BOUTALEB" userId="58f66df1-7896-4d27-b87c-3242deb719f5" providerId="ADAL" clId="{83442DCC-A118-41C8-BC6E-F0F0728D2230}" dt="2026-02-05T09:57:55.282" v="187" actId="20577"/>
          <ac:spMkLst>
            <pc:docMk/>
            <pc:sldMk cId="2859706419" sldId="278"/>
            <ac:spMk id="3" creationId="{1CBE76CB-2380-57D7-2B6B-220C19ECFF28}"/>
          </ac:spMkLst>
        </pc:spChg>
        <pc:spChg chg="add mod">
          <ac:chgData name="Youssef BOUTALEB" userId="58f66df1-7896-4d27-b87c-3242deb719f5" providerId="ADAL" clId="{83442DCC-A118-41C8-BC6E-F0F0728D2230}" dt="2026-02-05T10:00:04.595" v="255" actId="14100"/>
          <ac:spMkLst>
            <pc:docMk/>
            <pc:sldMk cId="2859706419" sldId="278"/>
            <ac:spMk id="4" creationId="{DBF04FD4-873E-1522-CAB4-1FF519D5DB87}"/>
          </ac:spMkLst>
        </pc:spChg>
        <pc:spChg chg="add mod">
          <ac:chgData name="Youssef BOUTALEB" userId="58f66df1-7896-4d27-b87c-3242deb719f5" providerId="ADAL" clId="{83442DCC-A118-41C8-BC6E-F0F0728D2230}" dt="2026-02-05T10:02:05.299" v="305" actId="1076"/>
          <ac:spMkLst>
            <pc:docMk/>
            <pc:sldMk cId="2859706419" sldId="278"/>
            <ac:spMk id="5" creationId="{FD2F87C3-3354-8926-27AC-07E8F6347807}"/>
          </ac:spMkLst>
        </pc:spChg>
        <pc:spChg chg="add del mod">
          <ac:chgData name="Youssef BOUTALEB" userId="58f66df1-7896-4d27-b87c-3242deb719f5" providerId="ADAL" clId="{83442DCC-A118-41C8-BC6E-F0F0728D2230}" dt="2026-02-05T10:01:26.535" v="300" actId="478"/>
          <ac:spMkLst>
            <pc:docMk/>
            <pc:sldMk cId="2859706419" sldId="278"/>
            <ac:spMk id="7" creationId="{AC2E984F-C7D6-E297-C901-60C893A9F916}"/>
          </ac:spMkLst>
        </pc:spChg>
        <pc:spChg chg="mod ord">
          <ac:chgData name="Youssef BOUTALEB" userId="58f66df1-7896-4d27-b87c-3242deb719f5" providerId="ADAL" clId="{83442DCC-A118-41C8-BC6E-F0F0728D2230}" dt="2026-02-05T09:54:15.739" v="96" actId="166"/>
          <ac:spMkLst>
            <pc:docMk/>
            <pc:sldMk cId="2859706419" sldId="278"/>
            <ac:spMk id="12" creationId="{7841FC7E-077A-E80D-4CD9-FC6F86D4D4E5}"/>
          </ac:spMkLst>
        </pc:spChg>
        <pc:picChg chg="mod">
          <ac:chgData name="Youssef BOUTALEB" userId="58f66df1-7896-4d27-b87c-3242deb719f5" providerId="ADAL" clId="{83442DCC-A118-41C8-BC6E-F0F0728D2230}" dt="2026-02-05T09:54:04.875" v="95" actId="167"/>
          <ac:picMkLst>
            <pc:docMk/>
            <pc:sldMk cId="2859706419" sldId="278"/>
            <ac:picMk id="19458" creationId="{6BA13CDA-880F-AEA6-B735-C5743D9FE68F}"/>
          </ac:picMkLst>
        </pc:picChg>
      </pc:sldChg>
      <pc:sldChg chg="add">
        <pc:chgData name="Youssef BOUTALEB" userId="58f66df1-7896-4d27-b87c-3242deb719f5" providerId="ADAL" clId="{83442DCC-A118-41C8-BC6E-F0F0728D2230}" dt="2026-02-06T11:53:50.863" v="1649"/>
        <pc:sldMkLst>
          <pc:docMk/>
          <pc:sldMk cId="508775013" sldId="279"/>
        </pc:sldMkLst>
      </pc:sldChg>
      <pc:sldChg chg="del">
        <pc:chgData name="Youssef BOUTALEB" userId="58f66df1-7896-4d27-b87c-3242deb719f5" providerId="ADAL" clId="{83442DCC-A118-41C8-BC6E-F0F0728D2230}" dt="2026-02-06T11:53:30.553" v="1648" actId="2696"/>
        <pc:sldMkLst>
          <pc:docMk/>
          <pc:sldMk cId="1619795066" sldId="279"/>
        </pc:sldMkLst>
      </pc:sldChg>
      <pc:sldChg chg="del">
        <pc:chgData name="Youssef BOUTALEB" userId="58f66df1-7896-4d27-b87c-3242deb719f5" providerId="ADAL" clId="{83442DCC-A118-41C8-BC6E-F0F0728D2230}" dt="2026-02-06T11:53:30.553" v="1648" actId="2696"/>
        <pc:sldMkLst>
          <pc:docMk/>
          <pc:sldMk cId="1446665504" sldId="280"/>
        </pc:sldMkLst>
      </pc:sldChg>
      <pc:sldChg chg="add">
        <pc:chgData name="Youssef BOUTALEB" userId="58f66df1-7896-4d27-b87c-3242deb719f5" providerId="ADAL" clId="{83442DCC-A118-41C8-BC6E-F0F0728D2230}" dt="2026-02-06T11:53:50.863" v="1649"/>
        <pc:sldMkLst>
          <pc:docMk/>
          <pc:sldMk cId="4104017001" sldId="280"/>
        </pc:sldMkLst>
      </pc:sldChg>
      <pc:sldChg chg="modNotesTx">
        <pc:chgData name="Youssef BOUTALEB" userId="58f66df1-7896-4d27-b87c-3242deb719f5" providerId="ADAL" clId="{83442DCC-A118-41C8-BC6E-F0F0728D2230}" dt="2026-02-06T15:32:36.251" v="3227" actId="20577"/>
        <pc:sldMkLst>
          <pc:docMk/>
          <pc:sldMk cId="2082418139" sldId="281"/>
        </pc:sldMkLst>
      </pc:sldChg>
      <pc:sldChg chg="add">
        <pc:chgData name="Youssef BOUTALEB" userId="58f66df1-7896-4d27-b87c-3242deb719f5" providerId="ADAL" clId="{83442DCC-A118-41C8-BC6E-F0F0728D2230}" dt="2026-02-06T11:53:50.863" v="1649"/>
        <pc:sldMkLst>
          <pc:docMk/>
          <pc:sldMk cId="1470687821" sldId="287"/>
        </pc:sldMkLst>
      </pc:sldChg>
      <pc:sldChg chg="del">
        <pc:chgData name="Youssef BOUTALEB" userId="58f66df1-7896-4d27-b87c-3242deb719f5" providerId="ADAL" clId="{83442DCC-A118-41C8-BC6E-F0F0728D2230}" dt="2026-02-06T11:53:30.553" v="1648" actId="2696"/>
        <pc:sldMkLst>
          <pc:docMk/>
          <pc:sldMk cId="1751535786" sldId="287"/>
        </pc:sldMkLst>
      </pc:sldChg>
      <pc:sldChg chg="modSp del mod">
        <pc:chgData name="Youssef BOUTALEB" userId="58f66df1-7896-4d27-b87c-3242deb719f5" providerId="ADAL" clId="{83442DCC-A118-41C8-BC6E-F0F0728D2230}" dt="2026-02-06T14:26:56.575" v="2124" actId="47"/>
        <pc:sldMkLst>
          <pc:docMk/>
          <pc:sldMk cId="1160134746" sldId="290"/>
        </pc:sldMkLst>
        <pc:spChg chg="mod">
          <ac:chgData name="Youssef BOUTALEB" userId="58f66df1-7896-4d27-b87c-3242deb719f5" providerId="ADAL" clId="{83442DCC-A118-41C8-BC6E-F0F0728D2230}" dt="2026-02-06T12:54:39.365" v="1973" actId="14100"/>
          <ac:spMkLst>
            <pc:docMk/>
            <pc:sldMk cId="1160134746" sldId="290"/>
            <ac:spMk id="10" creationId="{F09C180F-5E93-39CB-7660-D8221236F8D0}"/>
          </ac:spMkLst>
        </pc:spChg>
      </pc:sldChg>
      <pc:sldChg chg="del">
        <pc:chgData name="Youssef BOUTALEB" userId="58f66df1-7896-4d27-b87c-3242deb719f5" providerId="ADAL" clId="{83442DCC-A118-41C8-BC6E-F0F0728D2230}" dt="2026-02-06T12:54:49.485" v="1974" actId="47"/>
        <pc:sldMkLst>
          <pc:docMk/>
          <pc:sldMk cId="3699713767" sldId="291"/>
        </pc:sldMkLst>
      </pc:sldChg>
      <pc:sldChg chg="del">
        <pc:chgData name="Youssef BOUTALEB" userId="58f66df1-7896-4d27-b87c-3242deb719f5" providerId="ADAL" clId="{83442DCC-A118-41C8-BC6E-F0F0728D2230}" dt="2026-02-06T12:55:04.388" v="1975" actId="47"/>
        <pc:sldMkLst>
          <pc:docMk/>
          <pc:sldMk cId="4096648615" sldId="292"/>
        </pc:sldMkLst>
      </pc:sldChg>
      <pc:sldChg chg="modSp del mod">
        <pc:chgData name="Youssef BOUTALEB" userId="58f66df1-7896-4d27-b87c-3242deb719f5" providerId="ADAL" clId="{83442DCC-A118-41C8-BC6E-F0F0728D2230}" dt="2026-02-06T14:27:05.224" v="2126" actId="47"/>
        <pc:sldMkLst>
          <pc:docMk/>
          <pc:sldMk cId="2098078495" sldId="293"/>
        </pc:sldMkLst>
        <pc:spChg chg="mod">
          <ac:chgData name="Youssef BOUTALEB" userId="58f66df1-7896-4d27-b87c-3242deb719f5" providerId="ADAL" clId="{83442DCC-A118-41C8-BC6E-F0F0728D2230}" dt="2026-02-06T14:27:03.278" v="2125" actId="21"/>
          <ac:spMkLst>
            <pc:docMk/>
            <pc:sldMk cId="2098078495" sldId="293"/>
            <ac:spMk id="4" creationId="{542A16B2-1791-71AB-2C81-4A5B49FA7CAF}"/>
          </ac:spMkLst>
        </pc:spChg>
      </pc:sldChg>
      <pc:sldChg chg="addSp delSp modSp del mod">
        <pc:chgData name="Youssef BOUTALEB" userId="58f66df1-7896-4d27-b87c-3242deb719f5" providerId="ADAL" clId="{83442DCC-A118-41C8-BC6E-F0F0728D2230}" dt="2026-02-06T14:29:15.856" v="2153" actId="47"/>
        <pc:sldMkLst>
          <pc:docMk/>
          <pc:sldMk cId="1129761919" sldId="294"/>
        </pc:sldMkLst>
        <pc:spChg chg="del">
          <ac:chgData name="Youssef BOUTALEB" userId="58f66df1-7896-4d27-b87c-3242deb719f5" providerId="ADAL" clId="{83442DCC-A118-41C8-BC6E-F0F0728D2230}" dt="2026-02-06T14:28:44.421" v="2149" actId="478"/>
          <ac:spMkLst>
            <pc:docMk/>
            <pc:sldMk cId="1129761919" sldId="294"/>
            <ac:spMk id="3" creationId="{51E8F577-3F61-F845-5B5A-E0BF7B182DD4}"/>
          </ac:spMkLst>
        </pc:spChg>
        <pc:spChg chg="add del mod">
          <ac:chgData name="Youssef BOUTALEB" userId="58f66df1-7896-4d27-b87c-3242deb719f5" providerId="ADAL" clId="{83442DCC-A118-41C8-BC6E-F0F0728D2230}" dt="2026-02-06T14:28:46.265" v="2150" actId="478"/>
          <ac:spMkLst>
            <pc:docMk/>
            <pc:sldMk cId="1129761919" sldId="294"/>
            <ac:spMk id="4" creationId="{F8674648-20B3-006E-49D9-64AEBC032851}"/>
          </ac:spMkLst>
        </pc:spChg>
        <pc:spChg chg="mod">
          <ac:chgData name="Youssef BOUTALEB" userId="58f66df1-7896-4d27-b87c-3242deb719f5" providerId="ADAL" clId="{83442DCC-A118-41C8-BC6E-F0F0728D2230}" dt="2026-02-06T14:28:53.923" v="2152" actId="20577"/>
          <ac:spMkLst>
            <pc:docMk/>
            <pc:sldMk cId="1129761919" sldId="294"/>
            <ac:spMk id="7" creationId="{64B82235-7345-B84C-6C1E-36DCBD9D4DE9}"/>
          </ac:spMkLst>
        </pc:spChg>
      </pc:sldChg>
      <pc:sldChg chg="addSp delSp modSp new mod ord">
        <pc:chgData name="Youssef BOUTALEB" userId="58f66df1-7896-4d27-b87c-3242deb719f5" providerId="ADAL" clId="{83442DCC-A118-41C8-BC6E-F0F0728D2230}" dt="2026-02-06T14:14:15.831" v="2123" actId="20577"/>
        <pc:sldMkLst>
          <pc:docMk/>
          <pc:sldMk cId="948435303" sldId="296"/>
        </pc:sldMkLst>
        <pc:spChg chg="mod">
          <ac:chgData name="Youssef BOUTALEB" userId="58f66df1-7896-4d27-b87c-3242deb719f5" providerId="ADAL" clId="{83442DCC-A118-41C8-BC6E-F0F0728D2230}" dt="2026-02-06T14:14:15.831" v="2123" actId="20577"/>
          <ac:spMkLst>
            <pc:docMk/>
            <pc:sldMk cId="948435303" sldId="296"/>
            <ac:spMk id="2" creationId="{BF1C26FC-B87A-B5AF-815E-0027C7504278}"/>
          </ac:spMkLst>
        </pc:spChg>
        <pc:spChg chg="del">
          <ac:chgData name="Youssef BOUTALEB" userId="58f66df1-7896-4d27-b87c-3242deb719f5" providerId="ADAL" clId="{83442DCC-A118-41C8-BC6E-F0F0728D2230}" dt="2026-02-06T12:55:47.882" v="1981" actId="478"/>
          <ac:spMkLst>
            <pc:docMk/>
            <pc:sldMk cId="948435303" sldId="296"/>
            <ac:spMk id="3" creationId="{C8726DF0-DB42-8EF4-CF7A-982776EEB2C5}"/>
          </ac:spMkLst>
        </pc:spChg>
        <pc:spChg chg="add del mod">
          <ac:chgData name="Youssef BOUTALEB" userId="58f66df1-7896-4d27-b87c-3242deb719f5" providerId="ADAL" clId="{83442DCC-A118-41C8-BC6E-F0F0728D2230}" dt="2026-02-06T12:57:33.687" v="2024" actId="478"/>
          <ac:spMkLst>
            <pc:docMk/>
            <pc:sldMk cId="948435303" sldId="296"/>
            <ac:spMk id="5" creationId="{0DBCAF39-1244-2F9E-9C45-F6E20E04DA36}"/>
          </ac:spMkLst>
        </pc:spChg>
      </pc:sldChg>
      <pc:sldChg chg="addSp delSp modSp add mod modNotesTx">
        <pc:chgData name="Youssef BOUTALEB" userId="58f66df1-7896-4d27-b87c-3242deb719f5" providerId="ADAL" clId="{83442DCC-A118-41C8-BC6E-F0F0728D2230}" dt="2026-02-06T15:03:17.372" v="2397" actId="20577"/>
        <pc:sldMkLst>
          <pc:docMk/>
          <pc:sldMk cId="256418813" sldId="297"/>
        </pc:sldMkLst>
        <pc:spChg chg="mod">
          <ac:chgData name="Youssef BOUTALEB" userId="58f66df1-7896-4d27-b87c-3242deb719f5" providerId="ADAL" clId="{83442DCC-A118-41C8-BC6E-F0F0728D2230}" dt="2026-02-06T09:38:19.197" v="841" actId="14100"/>
          <ac:spMkLst>
            <pc:docMk/>
            <pc:sldMk cId="256418813" sldId="297"/>
            <ac:spMk id="2" creationId="{C20A66C2-6ADE-2F54-09E8-3325A38F79CE}"/>
          </ac:spMkLst>
        </pc:spChg>
        <pc:spChg chg="mod">
          <ac:chgData name="Youssef BOUTALEB" userId="58f66df1-7896-4d27-b87c-3242deb719f5" providerId="ADAL" clId="{83442DCC-A118-41C8-BC6E-F0F0728D2230}" dt="2026-02-05T08:31:25.121" v="76" actId="15"/>
          <ac:spMkLst>
            <pc:docMk/>
            <pc:sldMk cId="256418813" sldId="297"/>
            <ac:spMk id="3" creationId="{45D08ACE-E719-8A3C-9903-7A29E58380F1}"/>
          </ac:spMkLst>
        </pc:spChg>
        <pc:spChg chg="add">
          <ac:chgData name="Youssef BOUTALEB" userId="58f66df1-7896-4d27-b87c-3242deb719f5" providerId="ADAL" clId="{83442DCC-A118-41C8-BC6E-F0F0728D2230}" dt="2026-02-05T08:30:43.558" v="47"/>
          <ac:spMkLst>
            <pc:docMk/>
            <pc:sldMk cId="256418813" sldId="297"/>
            <ac:spMk id="4" creationId="{28388553-26AC-815B-F980-7FA9C06F2869}"/>
          </ac:spMkLst>
        </pc:spChg>
        <pc:spChg chg="add">
          <ac:chgData name="Youssef BOUTALEB" userId="58f66df1-7896-4d27-b87c-3242deb719f5" providerId="ADAL" clId="{83442DCC-A118-41C8-BC6E-F0F0728D2230}" dt="2026-02-05T08:30:51.478" v="50"/>
          <ac:spMkLst>
            <pc:docMk/>
            <pc:sldMk cId="256418813" sldId="297"/>
            <ac:spMk id="6" creationId="{C1E90181-1FF7-9835-87CF-C8EB9495B822}"/>
          </ac:spMkLst>
        </pc:spChg>
        <pc:picChg chg="del">
          <ac:chgData name="Youssef BOUTALEB" userId="58f66df1-7896-4d27-b87c-3242deb719f5" providerId="ADAL" clId="{83442DCC-A118-41C8-BC6E-F0F0728D2230}" dt="2026-02-05T08:30:47.404" v="48" actId="478"/>
          <ac:picMkLst>
            <pc:docMk/>
            <pc:sldMk cId="256418813" sldId="297"/>
            <ac:picMk id="5" creationId="{FB963082-519B-D7B9-FB39-179CDF56F4B0}"/>
          </ac:picMkLst>
        </pc:picChg>
      </pc:sldChg>
      <pc:sldChg chg="addSp delSp modSp add mod modNotesTx">
        <pc:chgData name="Youssef BOUTALEB" userId="58f66df1-7896-4d27-b87c-3242deb719f5" providerId="ADAL" clId="{83442DCC-A118-41C8-BC6E-F0F0728D2230}" dt="2026-02-06T15:16:04.451" v="2886" actId="20577"/>
        <pc:sldMkLst>
          <pc:docMk/>
          <pc:sldMk cId="2775518386" sldId="298"/>
        </pc:sldMkLst>
        <pc:spChg chg="mod">
          <ac:chgData name="Youssef BOUTALEB" userId="58f66df1-7896-4d27-b87c-3242deb719f5" providerId="ADAL" clId="{83442DCC-A118-41C8-BC6E-F0F0728D2230}" dt="2026-02-05T11:15:31.023" v="316" actId="20577"/>
          <ac:spMkLst>
            <pc:docMk/>
            <pc:sldMk cId="2775518386" sldId="298"/>
            <ac:spMk id="2" creationId="{BA96F536-158B-8983-A492-4BCCB683D7B6}"/>
          </ac:spMkLst>
        </pc:spChg>
        <pc:spChg chg="add del">
          <ac:chgData name="Youssef BOUTALEB" userId="58f66df1-7896-4d27-b87c-3242deb719f5" providerId="ADAL" clId="{83442DCC-A118-41C8-BC6E-F0F0728D2230}" dt="2026-02-05T11:17:03.239" v="327" actId="478"/>
          <ac:spMkLst>
            <pc:docMk/>
            <pc:sldMk cId="2775518386" sldId="298"/>
            <ac:spMk id="4" creationId="{CA53B72E-541F-F37F-FFAA-58D7143926FD}"/>
          </ac:spMkLst>
        </pc:spChg>
        <pc:spChg chg="add del mod">
          <ac:chgData name="Youssef BOUTALEB" userId="58f66df1-7896-4d27-b87c-3242deb719f5" providerId="ADAL" clId="{83442DCC-A118-41C8-BC6E-F0F0728D2230}" dt="2026-02-05T11:18:14.877" v="331" actId="478"/>
          <ac:spMkLst>
            <pc:docMk/>
            <pc:sldMk cId="2775518386" sldId="298"/>
            <ac:spMk id="5" creationId="{1A102DE0-FEBA-AD6C-9106-D644EB8706A5}"/>
          </ac:spMkLst>
        </pc:spChg>
        <pc:spChg chg="del">
          <ac:chgData name="Youssef BOUTALEB" userId="58f66df1-7896-4d27-b87c-3242deb719f5" providerId="ADAL" clId="{83442DCC-A118-41C8-BC6E-F0F0728D2230}" dt="2026-02-05T11:15:36.460" v="317" actId="478"/>
          <ac:spMkLst>
            <pc:docMk/>
            <pc:sldMk cId="2775518386" sldId="298"/>
            <ac:spMk id="6" creationId="{A814FD48-1350-6969-8CEE-F0A11B714D0C}"/>
          </ac:spMkLst>
        </pc:spChg>
        <pc:spChg chg="add del">
          <ac:chgData name="Youssef BOUTALEB" userId="58f66df1-7896-4d27-b87c-3242deb719f5" providerId="ADAL" clId="{83442DCC-A118-41C8-BC6E-F0F0728D2230}" dt="2026-02-05T11:22:21.820" v="344" actId="478"/>
          <ac:spMkLst>
            <pc:docMk/>
            <pc:sldMk cId="2775518386" sldId="298"/>
            <ac:spMk id="14" creationId="{5847C452-7B6A-A5FB-24D1-A3873ADDB7E9}"/>
          </ac:spMkLst>
        </pc:spChg>
        <pc:spChg chg="add mod">
          <ac:chgData name="Youssef BOUTALEB" userId="58f66df1-7896-4d27-b87c-3242deb719f5" providerId="ADAL" clId="{83442DCC-A118-41C8-BC6E-F0F0728D2230}" dt="2026-02-05T11:23:45.940" v="376" actId="20577"/>
          <ac:spMkLst>
            <pc:docMk/>
            <pc:sldMk cId="2775518386" sldId="298"/>
            <ac:spMk id="15" creationId="{A93E1E3A-3C7F-7D4F-32B3-7D8F361F49F6}"/>
          </ac:spMkLst>
        </pc:spChg>
        <pc:spChg chg="add mod">
          <ac:chgData name="Youssef BOUTALEB" userId="58f66df1-7896-4d27-b87c-3242deb719f5" providerId="ADAL" clId="{83442DCC-A118-41C8-BC6E-F0F0728D2230}" dt="2026-02-05T14:25:33.637" v="713"/>
          <ac:spMkLst>
            <pc:docMk/>
            <pc:sldMk cId="2775518386" sldId="298"/>
            <ac:spMk id="16" creationId="{02376F0A-7549-725D-4065-86AB9C6A015A}"/>
          </ac:spMkLst>
        </pc:spChg>
        <pc:spChg chg="add mod">
          <ac:chgData name="Youssef BOUTALEB" userId="58f66df1-7896-4d27-b87c-3242deb719f5" providerId="ADAL" clId="{83442DCC-A118-41C8-BC6E-F0F0728D2230}" dt="2026-02-05T13:26:22.687" v="503" actId="20577"/>
          <ac:spMkLst>
            <pc:docMk/>
            <pc:sldMk cId="2775518386" sldId="298"/>
            <ac:spMk id="17" creationId="{2EF0C8E7-36FB-A88F-3ACA-7C3F7096C545}"/>
          </ac:spMkLst>
        </pc:spChg>
        <pc:spChg chg="add mod">
          <ac:chgData name="Youssef BOUTALEB" userId="58f66df1-7896-4d27-b87c-3242deb719f5" providerId="ADAL" clId="{83442DCC-A118-41C8-BC6E-F0F0728D2230}" dt="2026-02-05T14:02:58.538" v="652"/>
          <ac:spMkLst>
            <pc:docMk/>
            <pc:sldMk cId="2775518386" sldId="298"/>
            <ac:spMk id="18" creationId="{C58B2676-50EE-8CDE-453A-F8D6988A44FF}"/>
          </ac:spMkLst>
        </pc:spChg>
        <pc:picChg chg="add del mod">
          <ac:chgData name="Youssef BOUTALEB" userId="58f66df1-7896-4d27-b87c-3242deb719f5" providerId="ADAL" clId="{83442DCC-A118-41C8-BC6E-F0F0728D2230}" dt="2026-02-05T11:18:11.419" v="328" actId="478"/>
          <ac:picMkLst>
            <pc:docMk/>
            <pc:sldMk cId="2775518386" sldId="298"/>
            <ac:picMk id="3" creationId="{8E9F1972-C71D-9256-DD22-DB721677BF47}"/>
          </ac:picMkLst>
        </pc:picChg>
        <pc:picChg chg="add del">
          <ac:chgData name="Youssef BOUTALEB" userId="58f66df1-7896-4d27-b87c-3242deb719f5" providerId="ADAL" clId="{83442DCC-A118-41C8-BC6E-F0F0728D2230}" dt="2026-02-05T11:18:12.724" v="330" actId="22"/>
          <ac:picMkLst>
            <pc:docMk/>
            <pc:sldMk cId="2775518386" sldId="298"/>
            <ac:picMk id="8" creationId="{3E54EC9B-711B-008C-1CF0-F181E36A10F0}"/>
          </ac:picMkLst>
        </pc:picChg>
        <pc:picChg chg="add mod">
          <ac:chgData name="Youssef BOUTALEB" userId="58f66df1-7896-4d27-b87c-3242deb719f5" providerId="ADAL" clId="{83442DCC-A118-41C8-BC6E-F0F0728D2230}" dt="2026-02-05T11:19:09.340" v="342" actId="14100"/>
          <ac:picMkLst>
            <pc:docMk/>
            <pc:sldMk cId="2775518386" sldId="298"/>
            <ac:picMk id="10" creationId="{603711C1-670C-DE3E-D5A0-AD108D40A126}"/>
          </ac:picMkLst>
        </pc:picChg>
        <pc:picChg chg="add mod">
          <ac:chgData name="Youssef BOUTALEB" userId="58f66df1-7896-4d27-b87c-3242deb719f5" providerId="ADAL" clId="{83442DCC-A118-41C8-BC6E-F0F0728D2230}" dt="2026-02-05T11:18:56.790" v="340" actId="1076"/>
          <ac:picMkLst>
            <pc:docMk/>
            <pc:sldMk cId="2775518386" sldId="298"/>
            <ac:picMk id="12" creationId="{2E6C6F9A-2691-3919-8EBE-56D10F259635}"/>
          </ac:picMkLst>
        </pc:picChg>
        <pc:picChg chg="del mod">
          <ac:chgData name="Youssef BOUTALEB" userId="58f66df1-7896-4d27-b87c-3242deb719f5" providerId="ADAL" clId="{83442DCC-A118-41C8-BC6E-F0F0728D2230}" dt="2026-02-05T11:18:11.419" v="328" actId="478"/>
          <ac:picMkLst>
            <pc:docMk/>
            <pc:sldMk cId="2775518386" sldId="298"/>
            <ac:picMk id="6158" creationId="{B7AC51D2-D9DB-AA56-5147-BCAD8ECBF99E}"/>
          </ac:picMkLst>
        </pc:picChg>
      </pc:sldChg>
      <pc:sldChg chg="addSp delSp modSp new mod">
        <pc:chgData name="Youssef BOUTALEB" userId="58f66df1-7896-4d27-b87c-3242deb719f5" providerId="ADAL" clId="{83442DCC-A118-41C8-BC6E-F0F0728D2230}" dt="2026-02-06T12:10:37.575" v="1786" actId="20577"/>
        <pc:sldMkLst>
          <pc:docMk/>
          <pc:sldMk cId="279038224" sldId="299"/>
        </pc:sldMkLst>
        <pc:spChg chg="del">
          <ac:chgData name="Youssef BOUTALEB" userId="58f66df1-7896-4d27-b87c-3242deb719f5" providerId="ADAL" clId="{83442DCC-A118-41C8-BC6E-F0F0728D2230}" dt="2026-02-05T14:52:36.718" v="836" actId="478"/>
          <ac:spMkLst>
            <pc:docMk/>
            <pc:sldMk cId="279038224" sldId="299"/>
            <ac:spMk id="2" creationId="{CEA25AD6-4F8A-7A06-EF4A-A42A22674048}"/>
          </ac:spMkLst>
        </pc:spChg>
        <pc:spChg chg="del">
          <ac:chgData name="Youssef BOUTALEB" userId="58f66df1-7896-4d27-b87c-3242deb719f5" providerId="ADAL" clId="{83442DCC-A118-41C8-BC6E-F0F0728D2230}" dt="2026-02-05T14:52:33.866" v="835" actId="478"/>
          <ac:spMkLst>
            <pc:docMk/>
            <pc:sldMk cId="279038224" sldId="299"/>
            <ac:spMk id="3" creationId="{F223C7D4-C0E4-3791-A64C-EF33EF142284}"/>
          </ac:spMkLst>
        </pc:spChg>
        <pc:spChg chg="add mod">
          <ac:chgData name="Youssef BOUTALEB" userId="58f66df1-7896-4d27-b87c-3242deb719f5" providerId="ADAL" clId="{83442DCC-A118-41C8-BC6E-F0F0728D2230}" dt="2026-02-06T12:04:30.552" v="1705" actId="20577"/>
          <ac:spMkLst>
            <pc:docMk/>
            <pc:sldMk cId="279038224" sldId="299"/>
            <ac:spMk id="4" creationId="{4E6FC09D-7F14-B103-7B6A-3C9995B80E6D}"/>
          </ac:spMkLst>
        </pc:spChg>
        <pc:spChg chg="add mod">
          <ac:chgData name="Youssef BOUTALEB" userId="58f66df1-7896-4d27-b87c-3242deb719f5" providerId="ADAL" clId="{83442DCC-A118-41C8-BC6E-F0F0728D2230}" dt="2026-02-06T12:10:37.575" v="1786" actId="20577"/>
          <ac:spMkLst>
            <pc:docMk/>
            <pc:sldMk cId="279038224" sldId="299"/>
            <ac:spMk id="6" creationId="{95B59021-F7AE-4D48-0D1A-4447A52A821D}"/>
          </ac:spMkLst>
        </pc:spChg>
        <pc:picChg chg="add mod">
          <ac:chgData name="Youssef BOUTALEB" userId="58f66df1-7896-4d27-b87c-3242deb719f5" providerId="ADAL" clId="{83442DCC-A118-41C8-BC6E-F0F0728D2230}" dt="2026-02-06T12:08:45.916" v="1756" actId="14100"/>
          <ac:picMkLst>
            <pc:docMk/>
            <pc:sldMk cId="279038224" sldId="299"/>
            <ac:picMk id="3" creationId="{BD4D8C0C-A1CD-8F93-96D4-2765ABB6C8AA}"/>
          </ac:picMkLst>
        </pc:picChg>
      </pc:sldChg>
      <pc:sldChg chg="addSp delSp modSp add del mod">
        <pc:chgData name="Youssef BOUTALEB" userId="58f66df1-7896-4d27-b87c-3242deb719f5" providerId="ADAL" clId="{83442DCC-A118-41C8-BC6E-F0F0728D2230}" dt="2026-02-05T13:57:18.595" v="645" actId="47"/>
        <pc:sldMkLst>
          <pc:docMk/>
          <pc:sldMk cId="2903694962" sldId="299"/>
        </pc:sldMkLst>
        <pc:spChg chg="add del">
          <ac:chgData name="Youssef BOUTALEB" userId="58f66df1-7896-4d27-b87c-3242deb719f5" providerId="ADAL" clId="{83442DCC-A118-41C8-BC6E-F0F0728D2230}" dt="2026-02-05T13:52:23.478" v="631" actId="478"/>
          <ac:spMkLst>
            <pc:docMk/>
            <pc:sldMk cId="2903694962" sldId="299"/>
            <ac:spMk id="2" creationId="{6C9A076D-E3CE-C5BB-28A6-0292CCCF0BAF}"/>
          </ac:spMkLst>
        </pc:spChg>
        <pc:spChg chg="add del">
          <ac:chgData name="Youssef BOUTALEB" userId="58f66df1-7896-4d27-b87c-3242deb719f5" providerId="ADAL" clId="{83442DCC-A118-41C8-BC6E-F0F0728D2230}" dt="2026-02-05T13:52:31.463" v="633" actId="478"/>
          <ac:spMkLst>
            <pc:docMk/>
            <pc:sldMk cId="2903694962" sldId="299"/>
            <ac:spMk id="3" creationId="{CAF2130A-1BCB-7B39-A16E-F3588A0C3136}"/>
          </ac:spMkLst>
        </pc:spChg>
        <pc:spChg chg="add">
          <ac:chgData name="Youssef BOUTALEB" userId="58f66df1-7896-4d27-b87c-3242deb719f5" providerId="ADAL" clId="{83442DCC-A118-41C8-BC6E-F0F0728D2230}" dt="2026-02-05T13:52:36.943" v="634"/>
          <ac:spMkLst>
            <pc:docMk/>
            <pc:sldMk cId="2903694962" sldId="299"/>
            <ac:spMk id="4" creationId="{2CC79777-9746-D1A3-AA10-88FB14D4A9AF}"/>
          </ac:spMkLst>
        </pc:spChg>
        <pc:picChg chg="del">
          <ac:chgData name="Youssef BOUTALEB" userId="58f66df1-7896-4d27-b87c-3242deb719f5" providerId="ADAL" clId="{83442DCC-A118-41C8-BC6E-F0F0728D2230}" dt="2026-02-05T13:52:18.630" v="629" actId="478"/>
          <ac:picMkLst>
            <pc:docMk/>
            <pc:sldMk cId="2903694962" sldId="299"/>
            <ac:picMk id="5" creationId="{A7559194-8F23-9E82-7F3E-45DB4376A9E5}"/>
          </ac:picMkLst>
        </pc:picChg>
        <pc:picChg chg="add mod">
          <ac:chgData name="Youssef BOUTALEB" userId="58f66df1-7896-4d27-b87c-3242deb719f5" providerId="ADAL" clId="{83442DCC-A118-41C8-BC6E-F0F0728D2230}" dt="2026-02-05T13:53:23.566" v="642" actId="962"/>
          <ac:picMkLst>
            <pc:docMk/>
            <pc:sldMk cId="2903694962" sldId="299"/>
            <ac:picMk id="7" creationId="{A74F690C-F46E-CD77-521E-213D28D77B23}"/>
          </ac:picMkLst>
        </pc:picChg>
      </pc:sldChg>
      <pc:sldChg chg="addSp delSp modSp add mod">
        <pc:chgData name="Youssef BOUTALEB" userId="58f66df1-7896-4d27-b87c-3242deb719f5" providerId="ADAL" clId="{83442DCC-A118-41C8-BC6E-F0F0728D2230}" dt="2026-02-06T10:27:58.499" v="1535" actId="14100"/>
        <pc:sldMkLst>
          <pc:docMk/>
          <pc:sldMk cId="609804696" sldId="300"/>
        </pc:sldMkLst>
        <pc:spChg chg="add del">
          <ac:chgData name="Youssef BOUTALEB" userId="58f66df1-7896-4d27-b87c-3242deb719f5" providerId="ADAL" clId="{83442DCC-A118-41C8-BC6E-F0F0728D2230}" dt="2026-02-06T10:03:49.579" v="937" actId="22"/>
          <ac:spMkLst>
            <pc:docMk/>
            <pc:sldMk cId="609804696" sldId="300"/>
            <ac:spMk id="3" creationId="{B03E6737-8C50-E4CE-4C5C-4D7E7E3D0603}"/>
          </ac:spMkLst>
        </pc:spChg>
        <pc:spChg chg="add del">
          <ac:chgData name="Youssef BOUTALEB" userId="58f66df1-7896-4d27-b87c-3242deb719f5" providerId="ADAL" clId="{83442DCC-A118-41C8-BC6E-F0F0728D2230}" dt="2026-02-06T10:05:41.881" v="965" actId="22"/>
          <ac:spMkLst>
            <pc:docMk/>
            <pc:sldMk cId="609804696" sldId="300"/>
            <ac:spMk id="6" creationId="{6C33A566-8E3E-01C0-CEE7-90681F16B61F}"/>
          </ac:spMkLst>
        </pc:spChg>
        <pc:spChg chg="add del">
          <ac:chgData name="Youssef BOUTALEB" userId="58f66df1-7896-4d27-b87c-3242deb719f5" providerId="ADAL" clId="{83442DCC-A118-41C8-BC6E-F0F0728D2230}" dt="2026-02-06T10:06:26.933" v="967" actId="478"/>
          <ac:spMkLst>
            <pc:docMk/>
            <pc:sldMk cId="609804696" sldId="300"/>
            <ac:spMk id="8" creationId="{FB442AD7-F2F2-4921-4B38-5F2E35B6A07C}"/>
          </ac:spMkLst>
        </pc:spChg>
        <pc:spChg chg="add del mod">
          <ac:chgData name="Youssef BOUTALEB" userId="58f66df1-7896-4d27-b87c-3242deb719f5" providerId="ADAL" clId="{83442DCC-A118-41C8-BC6E-F0F0728D2230}" dt="2026-02-06T10:23:49.480" v="1472" actId="478"/>
          <ac:spMkLst>
            <pc:docMk/>
            <pc:sldMk cId="609804696" sldId="300"/>
            <ac:spMk id="11" creationId="{F68B6DBC-2CF5-CF87-6D48-42982C55DB57}"/>
          </ac:spMkLst>
        </pc:spChg>
        <pc:spChg chg="mod">
          <ac:chgData name="Youssef BOUTALEB" userId="58f66df1-7896-4d27-b87c-3242deb719f5" providerId="ADAL" clId="{83442DCC-A118-41C8-BC6E-F0F0728D2230}" dt="2026-02-06T10:27:58.499" v="1535" actId="14100"/>
          <ac:spMkLst>
            <pc:docMk/>
            <pc:sldMk cId="609804696" sldId="300"/>
            <ac:spMk id="13" creationId="{FE3299FF-37CD-FD2B-489B-A0DEDEB93BFB}"/>
          </ac:spMkLst>
        </pc:spChg>
        <pc:graphicFrameChg chg="add del mod modGraphic">
          <ac:chgData name="Youssef BOUTALEB" userId="58f66df1-7896-4d27-b87c-3242deb719f5" providerId="ADAL" clId="{83442DCC-A118-41C8-BC6E-F0F0728D2230}" dt="2026-02-06T10:06:52.964" v="972" actId="478"/>
          <ac:graphicFrameMkLst>
            <pc:docMk/>
            <pc:sldMk cId="609804696" sldId="300"/>
            <ac:graphicFrameMk id="9" creationId="{B92A5194-CBD6-FE0D-F1DB-62FF78A01195}"/>
          </ac:graphicFrameMkLst>
        </pc:graphicFrameChg>
        <pc:graphicFrameChg chg="add mod modGraphic">
          <ac:chgData name="Youssef BOUTALEB" userId="58f66df1-7896-4d27-b87c-3242deb719f5" providerId="ADAL" clId="{83442DCC-A118-41C8-BC6E-F0F0728D2230}" dt="2026-02-06T10:12:58.103" v="1009" actId="1076"/>
          <ac:graphicFrameMkLst>
            <pc:docMk/>
            <pc:sldMk cId="609804696" sldId="300"/>
            <ac:graphicFrameMk id="10" creationId="{654DCB6E-7309-F7C5-F0FC-185B778E60FA}"/>
          </ac:graphicFrameMkLst>
        </pc:graphicFrameChg>
        <pc:picChg chg="del">
          <ac:chgData name="Youssef BOUTALEB" userId="58f66df1-7896-4d27-b87c-3242deb719f5" providerId="ADAL" clId="{83442DCC-A118-41C8-BC6E-F0F0728D2230}" dt="2026-02-06T10:03:47.736" v="935" actId="478"/>
          <ac:picMkLst>
            <pc:docMk/>
            <pc:sldMk cId="609804696" sldId="300"/>
            <ac:picMk id="4" creationId="{881B1FE6-82C9-35A5-3B9D-E0F8FEC8D583}"/>
          </ac:picMkLst>
        </pc:picChg>
      </pc:sldChg>
      <pc:sldChg chg="addSp modSp add mod">
        <pc:chgData name="Youssef BOUTALEB" userId="58f66df1-7896-4d27-b87c-3242deb719f5" providerId="ADAL" clId="{83442DCC-A118-41C8-BC6E-F0F0728D2230}" dt="2026-02-06T14:27:45.320" v="2143" actId="20577"/>
        <pc:sldMkLst>
          <pc:docMk/>
          <pc:sldMk cId="3793153590" sldId="301"/>
        </pc:sldMkLst>
        <pc:spChg chg="add">
          <ac:chgData name="Youssef BOUTALEB" userId="58f66df1-7896-4d27-b87c-3242deb719f5" providerId="ADAL" clId="{83442DCC-A118-41C8-BC6E-F0F0728D2230}" dt="2026-02-06T10:25:10.298" v="1505"/>
          <ac:spMkLst>
            <pc:docMk/>
            <pc:sldMk cId="3793153590" sldId="301"/>
            <ac:spMk id="2" creationId="{65E94DEB-0FD3-9A85-0406-9B83F38C48AE}"/>
          </ac:spMkLst>
        </pc:spChg>
        <pc:spChg chg="add">
          <ac:chgData name="Youssef BOUTALEB" userId="58f66df1-7896-4d27-b87c-3242deb719f5" providerId="ADAL" clId="{83442DCC-A118-41C8-BC6E-F0F0728D2230}" dt="2026-02-06T10:25:23.141" v="1510"/>
          <ac:spMkLst>
            <pc:docMk/>
            <pc:sldMk cId="3793153590" sldId="301"/>
            <ac:spMk id="3" creationId="{7336C746-FCD5-DD56-887B-E75146189F1A}"/>
          </ac:spMkLst>
        </pc:spChg>
        <pc:spChg chg="mod">
          <ac:chgData name="Youssef BOUTALEB" userId="58f66df1-7896-4d27-b87c-3242deb719f5" providerId="ADAL" clId="{83442DCC-A118-41C8-BC6E-F0F0728D2230}" dt="2026-02-06T14:27:45.320" v="2143" actId="20577"/>
          <ac:spMkLst>
            <pc:docMk/>
            <pc:sldMk cId="3793153590" sldId="301"/>
            <ac:spMk id="13" creationId="{5D64CDA3-032B-137D-8DFB-7CA1D7258105}"/>
          </ac:spMkLst>
        </pc:spChg>
      </pc:sldChg>
      <pc:sldChg chg="modSp add mod">
        <pc:chgData name="Youssef BOUTALEB" userId="58f66df1-7896-4d27-b87c-3242deb719f5" providerId="ADAL" clId="{83442DCC-A118-41C8-BC6E-F0F0728D2230}" dt="2026-02-06T10:34:29.044" v="1647" actId="20577"/>
        <pc:sldMkLst>
          <pc:docMk/>
          <pc:sldMk cId="215362603" sldId="302"/>
        </pc:sldMkLst>
        <pc:spChg chg="mod">
          <ac:chgData name="Youssef BOUTALEB" userId="58f66df1-7896-4d27-b87c-3242deb719f5" providerId="ADAL" clId="{83442DCC-A118-41C8-BC6E-F0F0728D2230}" dt="2026-02-06T10:34:29.044" v="1647" actId="20577"/>
          <ac:spMkLst>
            <pc:docMk/>
            <pc:sldMk cId="215362603" sldId="302"/>
            <ac:spMk id="13" creationId="{162A50EF-D274-AA02-356D-123A4B7899A4}"/>
          </ac:spMkLst>
        </pc:spChg>
      </pc:sldChg>
      <pc:sldChg chg="modSp add mod">
        <pc:chgData name="Youssef BOUTALEB" userId="58f66df1-7896-4d27-b87c-3242deb719f5" providerId="ADAL" clId="{83442DCC-A118-41C8-BC6E-F0F0728D2230}" dt="2026-02-06T12:11:28.012" v="1793" actId="20577"/>
        <pc:sldMkLst>
          <pc:docMk/>
          <pc:sldMk cId="1945591750" sldId="303"/>
        </pc:sldMkLst>
        <pc:spChg chg="mod">
          <ac:chgData name="Youssef BOUTALEB" userId="58f66df1-7896-4d27-b87c-3242deb719f5" providerId="ADAL" clId="{83442DCC-A118-41C8-BC6E-F0F0728D2230}" dt="2026-02-06T12:11:28.012" v="1793" actId="20577"/>
          <ac:spMkLst>
            <pc:docMk/>
            <pc:sldMk cId="1945591750" sldId="303"/>
            <ac:spMk id="6" creationId="{F3B014E0-ECE0-24AD-BC89-E231D88216A7}"/>
          </ac:spMkLst>
        </pc:spChg>
      </pc:sldChg>
      <pc:sldChg chg="addSp delSp modSp add mod">
        <pc:chgData name="Youssef BOUTALEB" userId="58f66df1-7896-4d27-b87c-3242deb719f5" providerId="ADAL" clId="{83442DCC-A118-41C8-BC6E-F0F0728D2230}" dt="2026-02-06T12:25:21.434" v="1808" actId="1076"/>
        <pc:sldMkLst>
          <pc:docMk/>
          <pc:sldMk cId="751361361" sldId="304"/>
        </pc:sldMkLst>
        <pc:spChg chg="add">
          <ac:chgData name="Youssef BOUTALEB" userId="58f66df1-7896-4d27-b87c-3242deb719f5" providerId="ADAL" clId="{83442DCC-A118-41C8-BC6E-F0F0728D2230}" dt="2026-02-06T12:24:09.566" v="1796"/>
          <ac:spMkLst>
            <pc:docMk/>
            <pc:sldMk cId="751361361" sldId="304"/>
            <ac:spMk id="2" creationId="{C777BE42-8D8C-E2F8-52B7-FCAAE0875DA4}"/>
          </ac:spMkLst>
        </pc:spChg>
        <pc:spChg chg="mod">
          <ac:chgData name="Youssef BOUTALEB" userId="58f66df1-7896-4d27-b87c-3242deb719f5" providerId="ADAL" clId="{83442DCC-A118-41C8-BC6E-F0F0728D2230}" dt="2026-02-06T12:11:59.713" v="1795"/>
          <ac:spMkLst>
            <pc:docMk/>
            <pc:sldMk cId="751361361" sldId="304"/>
            <ac:spMk id="6" creationId="{E3C8B9C5-4149-6A7F-0D9C-C29382E1E6F7}"/>
          </ac:spMkLst>
        </pc:spChg>
        <pc:picChg chg="del">
          <ac:chgData name="Youssef BOUTALEB" userId="58f66df1-7896-4d27-b87c-3242deb719f5" providerId="ADAL" clId="{83442DCC-A118-41C8-BC6E-F0F0728D2230}" dt="2026-02-06T12:24:26.560" v="1803" actId="478"/>
          <ac:picMkLst>
            <pc:docMk/>
            <pc:sldMk cId="751361361" sldId="304"/>
            <ac:picMk id="3" creationId="{2AE4CA64-3C1A-261E-8E68-D7E0EEA53AD8}"/>
          </ac:picMkLst>
        </pc:picChg>
        <pc:picChg chg="add del mod">
          <ac:chgData name="Youssef BOUTALEB" userId="58f66df1-7896-4d27-b87c-3242deb719f5" providerId="ADAL" clId="{83442DCC-A118-41C8-BC6E-F0F0728D2230}" dt="2026-02-06T12:24:24.731" v="1802" actId="21"/>
          <ac:picMkLst>
            <pc:docMk/>
            <pc:sldMk cId="751361361" sldId="304"/>
            <ac:picMk id="7" creationId="{755CFFB5-A0AB-F787-3B19-14F1C2942DE9}"/>
          </ac:picMkLst>
        </pc:picChg>
        <pc:picChg chg="add mod">
          <ac:chgData name="Youssef BOUTALEB" userId="58f66df1-7896-4d27-b87c-3242deb719f5" providerId="ADAL" clId="{83442DCC-A118-41C8-BC6E-F0F0728D2230}" dt="2026-02-06T12:25:21.434" v="1808" actId="1076"/>
          <ac:picMkLst>
            <pc:docMk/>
            <pc:sldMk cId="751361361" sldId="304"/>
            <ac:picMk id="8" creationId="{755CFFB5-A0AB-F787-3B19-14F1C2942DE9}"/>
          </ac:picMkLst>
        </pc:picChg>
      </pc:sldChg>
      <pc:sldChg chg="addSp delSp modSp add mod">
        <pc:chgData name="Youssef BOUTALEB" userId="58f66df1-7896-4d27-b87c-3242deb719f5" providerId="ADAL" clId="{83442DCC-A118-41C8-BC6E-F0F0728D2230}" dt="2026-02-06T12:46:45.530" v="1930" actId="20577"/>
        <pc:sldMkLst>
          <pc:docMk/>
          <pc:sldMk cId="734605144" sldId="305"/>
        </pc:sldMkLst>
        <pc:spChg chg="add">
          <ac:chgData name="Youssef BOUTALEB" userId="58f66df1-7896-4d27-b87c-3242deb719f5" providerId="ADAL" clId="{83442DCC-A118-41C8-BC6E-F0F0728D2230}" dt="2026-02-06T12:34:58.884" v="1810"/>
          <ac:spMkLst>
            <pc:docMk/>
            <pc:sldMk cId="734605144" sldId="305"/>
            <ac:spMk id="2" creationId="{3B71CA9D-B3F7-D27C-01C5-9174F5291001}"/>
          </ac:spMkLst>
        </pc:spChg>
        <pc:spChg chg="add del mod">
          <ac:chgData name="Youssef BOUTALEB" userId="58f66df1-7896-4d27-b87c-3242deb719f5" providerId="ADAL" clId="{83442DCC-A118-41C8-BC6E-F0F0728D2230}" dt="2026-02-06T12:41:40.937" v="1867" actId="478"/>
          <ac:spMkLst>
            <pc:docMk/>
            <pc:sldMk cId="734605144" sldId="305"/>
            <ac:spMk id="2" creationId="{4629E744-206F-1A7B-4D44-12BFE39957E6}"/>
          </ac:spMkLst>
        </pc:spChg>
        <pc:spChg chg="mod">
          <ac:chgData name="Youssef BOUTALEB" userId="58f66df1-7896-4d27-b87c-3242deb719f5" providerId="ADAL" clId="{83442DCC-A118-41C8-BC6E-F0F0728D2230}" dt="2026-02-06T12:37:24.762" v="1846" actId="1076"/>
          <ac:spMkLst>
            <pc:docMk/>
            <pc:sldMk cId="734605144" sldId="305"/>
            <ac:spMk id="4" creationId="{D24362B1-3AD0-704A-13DD-CCC4152A53F8}"/>
          </ac:spMkLst>
        </pc:spChg>
        <pc:spChg chg="add mod">
          <ac:chgData name="Youssef BOUTALEB" userId="58f66df1-7896-4d27-b87c-3242deb719f5" providerId="ADAL" clId="{83442DCC-A118-41C8-BC6E-F0F0728D2230}" dt="2026-02-06T12:44:52.885" v="1925" actId="14100"/>
          <ac:spMkLst>
            <pc:docMk/>
            <pc:sldMk cId="734605144" sldId="305"/>
            <ac:spMk id="6" creationId="{5655EAE7-A8B5-D221-3D88-2E52CF041E77}"/>
          </ac:spMkLst>
        </pc:spChg>
        <pc:spChg chg="del">
          <ac:chgData name="Youssef BOUTALEB" userId="58f66df1-7896-4d27-b87c-3242deb719f5" providerId="ADAL" clId="{83442DCC-A118-41C8-BC6E-F0F0728D2230}" dt="2026-02-06T12:35:43.928" v="1822" actId="478"/>
          <ac:spMkLst>
            <pc:docMk/>
            <pc:sldMk cId="734605144" sldId="305"/>
            <ac:spMk id="6" creationId="{C92D9120-52C5-6855-FDB3-BD6073D39D1E}"/>
          </ac:spMkLst>
        </pc:spChg>
        <pc:spChg chg="add del mod">
          <ac:chgData name="Youssef BOUTALEB" userId="58f66df1-7896-4d27-b87c-3242deb719f5" providerId="ADAL" clId="{83442DCC-A118-41C8-BC6E-F0F0728D2230}" dt="2026-02-06T12:46:45.530" v="1930" actId="20577"/>
          <ac:spMkLst>
            <pc:docMk/>
            <pc:sldMk cId="734605144" sldId="305"/>
            <ac:spMk id="7" creationId="{27E05741-AF81-7875-6441-69DEFDAC174F}"/>
          </ac:spMkLst>
        </pc:spChg>
        <pc:picChg chg="add del mod">
          <ac:chgData name="Youssef BOUTALEB" userId="58f66df1-7896-4d27-b87c-3242deb719f5" providerId="ADAL" clId="{83442DCC-A118-41C8-BC6E-F0F0728D2230}" dt="2026-02-06T12:37:08.877" v="1841" actId="21"/>
          <ac:picMkLst>
            <pc:docMk/>
            <pc:sldMk cId="734605144" sldId="305"/>
            <ac:picMk id="5" creationId="{C320737F-E080-1754-F01B-42A799AF7E34}"/>
          </ac:picMkLst>
        </pc:picChg>
        <pc:picChg chg="del">
          <ac:chgData name="Youssef BOUTALEB" userId="58f66df1-7896-4d27-b87c-3242deb719f5" providerId="ADAL" clId="{83442DCC-A118-41C8-BC6E-F0F0728D2230}" dt="2026-02-06T12:35:02.876" v="1811" actId="478"/>
          <ac:picMkLst>
            <pc:docMk/>
            <pc:sldMk cId="734605144" sldId="305"/>
            <ac:picMk id="8" creationId="{E478EEDA-BFCB-D40C-7101-9EA2381D60AA}"/>
          </ac:picMkLst>
        </pc:picChg>
        <pc:picChg chg="add">
          <ac:chgData name="Youssef BOUTALEB" userId="58f66df1-7896-4d27-b87c-3242deb719f5" providerId="ADAL" clId="{83442DCC-A118-41C8-BC6E-F0F0728D2230}" dt="2026-02-06T12:41:24.008" v="1865"/>
          <ac:picMkLst>
            <pc:docMk/>
            <pc:sldMk cId="734605144" sldId="305"/>
            <ac:picMk id="1026" creationId="{A10AC20E-4659-FF37-4DED-6950FF9F12C3}"/>
          </ac:picMkLst>
        </pc:picChg>
      </pc:sldChg>
      <pc:sldChg chg="addSp modSp add mod">
        <pc:chgData name="Youssef BOUTALEB" userId="58f66df1-7896-4d27-b87c-3242deb719f5" providerId="ADAL" clId="{83442DCC-A118-41C8-BC6E-F0F0728D2230}" dt="2026-02-06T12:46:59.408" v="1931" actId="20577"/>
        <pc:sldMkLst>
          <pc:docMk/>
          <pc:sldMk cId="515509541" sldId="306"/>
        </pc:sldMkLst>
        <pc:spChg chg="mod">
          <ac:chgData name="Youssef BOUTALEB" userId="58f66df1-7896-4d27-b87c-3242deb719f5" providerId="ADAL" clId="{83442DCC-A118-41C8-BC6E-F0F0728D2230}" dt="2026-02-06T12:46:59.408" v="1931" actId="20577"/>
          <ac:spMkLst>
            <pc:docMk/>
            <pc:sldMk cId="515509541" sldId="306"/>
            <ac:spMk id="7" creationId="{AEACAC0A-CB6D-F61F-51A1-750E3CB66723}"/>
          </ac:spMkLst>
        </pc:spChg>
        <pc:picChg chg="add mod">
          <ac:chgData name="Youssef BOUTALEB" userId="58f66df1-7896-4d27-b87c-3242deb719f5" providerId="ADAL" clId="{83442DCC-A118-41C8-BC6E-F0F0728D2230}" dt="2026-02-06T12:38:02.200" v="1857" actId="14100"/>
          <ac:picMkLst>
            <pc:docMk/>
            <pc:sldMk cId="515509541" sldId="306"/>
            <ac:picMk id="5" creationId="{C320737F-E080-1754-F01B-42A799AF7E34}"/>
          </ac:picMkLst>
        </pc:picChg>
      </pc:sldChg>
      <pc:sldChg chg="addSp delSp modSp add mod">
        <pc:chgData name="Youssef BOUTALEB" userId="58f66df1-7896-4d27-b87c-3242deb719f5" providerId="ADAL" clId="{83442DCC-A118-41C8-BC6E-F0F0728D2230}" dt="2026-02-06T12:42:12.487" v="1873" actId="1076"/>
        <pc:sldMkLst>
          <pc:docMk/>
          <pc:sldMk cId="3338563442" sldId="307"/>
        </pc:sldMkLst>
        <pc:spChg chg="del">
          <ac:chgData name="Youssef BOUTALEB" userId="58f66df1-7896-4d27-b87c-3242deb719f5" providerId="ADAL" clId="{83442DCC-A118-41C8-BC6E-F0F0728D2230}" dt="2026-02-06T12:41:50.391" v="1869" actId="478"/>
          <ac:spMkLst>
            <pc:docMk/>
            <pc:sldMk cId="3338563442" sldId="307"/>
            <ac:spMk id="7" creationId="{E603009C-5BFA-01D3-92B5-97851E6B770F}"/>
          </ac:spMkLst>
        </pc:spChg>
        <pc:picChg chg="del">
          <ac:chgData name="Youssef BOUTALEB" userId="58f66df1-7896-4d27-b87c-3242deb719f5" providerId="ADAL" clId="{83442DCC-A118-41C8-BC6E-F0F0728D2230}" dt="2026-02-06T12:41:50.391" v="1869" actId="478"/>
          <ac:picMkLst>
            <pc:docMk/>
            <pc:sldMk cId="3338563442" sldId="307"/>
            <ac:picMk id="5" creationId="{67639705-787F-5D0A-B3D4-8E70F3D54311}"/>
          </ac:picMkLst>
        </pc:picChg>
        <pc:picChg chg="add mod">
          <ac:chgData name="Youssef BOUTALEB" userId="58f66df1-7896-4d27-b87c-3242deb719f5" providerId="ADAL" clId="{83442DCC-A118-41C8-BC6E-F0F0728D2230}" dt="2026-02-06T12:42:12.487" v="1873" actId="1076"/>
          <ac:picMkLst>
            <pc:docMk/>
            <pc:sldMk cId="3338563442" sldId="307"/>
            <ac:picMk id="2050" creationId="{C7CD0E46-0B21-300A-42FE-235280E5B066}"/>
          </ac:picMkLst>
        </pc:picChg>
      </pc:sldChg>
      <pc:sldChg chg="delSp modSp add mod ord modNotesTx">
        <pc:chgData name="Youssef BOUTALEB" userId="58f66df1-7896-4d27-b87c-3242deb719f5" providerId="ADAL" clId="{83442DCC-A118-41C8-BC6E-F0F0728D2230}" dt="2026-02-06T15:01:29.461" v="2390" actId="6549"/>
        <pc:sldMkLst>
          <pc:docMk/>
          <pc:sldMk cId="1117480200" sldId="308"/>
        </pc:sldMkLst>
        <pc:spChg chg="mod">
          <ac:chgData name="Youssef BOUTALEB" userId="58f66df1-7896-4d27-b87c-3242deb719f5" providerId="ADAL" clId="{83442DCC-A118-41C8-BC6E-F0F0728D2230}" dt="2026-02-06T14:51:28.138" v="2185"/>
          <ac:spMkLst>
            <pc:docMk/>
            <pc:sldMk cId="1117480200" sldId="308"/>
            <ac:spMk id="2" creationId="{C8171F63-6A7B-FF26-919A-C0FF93D9EDAC}"/>
          </ac:spMkLst>
        </pc:spChg>
        <pc:spChg chg="mod">
          <ac:chgData name="Youssef BOUTALEB" userId="58f66df1-7896-4d27-b87c-3242deb719f5" providerId="ADAL" clId="{83442DCC-A118-41C8-BC6E-F0F0728D2230}" dt="2026-02-06T14:55:30.615" v="2285" actId="20577"/>
          <ac:spMkLst>
            <pc:docMk/>
            <pc:sldMk cId="1117480200" sldId="308"/>
            <ac:spMk id="3" creationId="{3422388A-AB9B-EA1D-6157-50AAAD664790}"/>
          </ac:spMkLst>
        </pc:spChg>
        <pc:graphicFrameChg chg="del">
          <ac:chgData name="Youssef BOUTALEB" userId="58f66df1-7896-4d27-b87c-3242deb719f5" providerId="ADAL" clId="{83442DCC-A118-41C8-BC6E-F0F0728D2230}" dt="2026-02-06T12:51:19.761" v="1940" actId="478"/>
          <ac:graphicFrameMkLst>
            <pc:docMk/>
            <pc:sldMk cId="1117480200" sldId="308"/>
            <ac:graphicFrameMk id="7" creationId="{741377E9-DB60-DC32-1FF1-69052B7EA022}"/>
          </ac:graphicFrameMkLst>
        </pc:graphicFrameChg>
      </pc:sldChg>
      <pc:sldChg chg="delSp modSp new mod">
        <pc:chgData name="Youssef BOUTALEB" userId="58f66df1-7896-4d27-b87c-3242deb719f5" providerId="ADAL" clId="{83442DCC-A118-41C8-BC6E-F0F0728D2230}" dt="2026-02-06T12:57:46.045" v="2028"/>
        <pc:sldMkLst>
          <pc:docMk/>
          <pc:sldMk cId="2673301588" sldId="309"/>
        </pc:sldMkLst>
        <pc:spChg chg="mod">
          <ac:chgData name="Youssef BOUTALEB" userId="58f66df1-7896-4d27-b87c-3242deb719f5" providerId="ADAL" clId="{83442DCC-A118-41C8-BC6E-F0F0728D2230}" dt="2026-02-06T12:57:46.045" v="2028"/>
          <ac:spMkLst>
            <pc:docMk/>
            <pc:sldMk cId="2673301588" sldId="309"/>
            <ac:spMk id="2" creationId="{3C85CF34-EBA4-0AEC-2C66-A6F4813B9727}"/>
          </ac:spMkLst>
        </pc:spChg>
        <pc:spChg chg="del">
          <ac:chgData name="Youssef BOUTALEB" userId="58f66df1-7896-4d27-b87c-3242deb719f5" providerId="ADAL" clId="{83442DCC-A118-41C8-BC6E-F0F0728D2230}" dt="2026-02-06T12:57:40.824" v="2027" actId="478"/>
          <ac:spMkLst>
            <pc:docMk/>
            <pc:sldMk cId="2673301588" sldId="309"/>
            <ac:spMk id="3" creationId="{9E340033-AD18-D2FD-9DFD-94092CE76E90}"/>
          </ac:spMkLst>
        </pc:spChg>
      </pc:sldChg>
      <pc:sldChg chg="delSp add setBg delDesignElem modNotesTx">
        <pc:chgData name="Youssef BOUTALEB" userId="58f66df1-7896-4d27-b87c-3242deb719f5" providerId="ADAL" clId="{83442DCC-A118-41C8-BC6E-F0F0728D2230}" dt="2026-02-06T15:31:05.556" v="3203" actId="6549"/>
        <pc:sldMkLst>
          <pc:docMk/>
          <pc:sldMk cId="837532223" sldId="310"/>
        </pc:sldMkLst>
        <pc:spChg chg="del">
          <ac:chgData name="Youssef BOUTALEB" userId="58f66df1-7896-4d27-b87c-3242deb719f5" providerId="ADAL" clId="{83442DCC-A118-41C8-BC6E-F0F0728D2230}" dt="2026-02-06T12:58:53.954" v="2038"/>
          <ac:spMkLst>
            <pc:docMk/>
            <pc:sldMk cId="837532223" sldId="310"/>
            <ac:spMk id="19" creationId="{29AB6A8C-AD4B-1BB9-6426-7256FA5B0477}"/>
          </ac:spMkLst>
        </pc:spChg>
        <pc:spChg chg="del">
          <ac:chgData name="Youssef BOUTALEB" userId="58f66df1-7896-4d27-b87c-3242deb719f5" providerId="ADAL" clId="{83442DCC-A118-41C8-BC6E-F0F0728D2230}" dt="2026-02-06T12:58:53.954" v="2038"/>
          <ac:spMkLst>
            <pc:docMk/>
            <pc:sldMk cId="837532223" sldId="310"/>
            <ac:spMk id="54" creationId="{6B356724-F81E-78F6-37A3-B2A3C4E7787F}"/>
          </ac:spMkLst>
        </pc:spChg>
        <pc:grpChg chg="del">
          <ac:chgData name="Youssef BOUTALEB" userId="58f66df1-7896-4d27-b87c-3242deb719f5" providerId="ADAL" clId="{83442DCC-A118-41C8-BC6E-F0F0728D2230}" dt="2026-02-06T12:58:53.954" v="2038"/>
          <ac:grpSpMkLst>
            <pc:docMk/>
            <pc:sldMk cId="837532223" sldId="310"/>
            <ac:grpSpMk id="21" creationId="{FE8179F3-9A45-B6F7-CF4A-230D60A444FC}"/>
          </ac:grpSpMkLst>
        </pc:grpChg>
      </pc:sldChg>
      <pc:sldChg chg="addSp delSp modSp add mod modNotesTx">
        <pc:chgData name="Youssef BOUTALEB" userId="58f66df1-7896-4d27-b87c-3242deb719f5" providerId="ADAL" clId="{83442DCC-A118-41C8-BC6E-F0F0728D2230}" dt="2026-02-06T15:21:12.997" v="3099" actId="20577"/>
        <pc:sldMkLst>
          <pc:docMk/>
          <pc:sldMk cId="2764215814" sldId="311"/>
        </pc:sldMkLst>
        <pc:spChg chg="add mod">
          <ac:chgData name="Youssef BOUTALEB" userId="58f66df1-7896-4d27-b87c-3242deb719f5" providerId="ADAL" clId="{83442DCC-A118-41C8-BC6E-F0F0728D2230}" dt="2026-02-06T13:34:57.520" v="2076"/>
          <ac:spMkLst>
            <pc:docMk/>
            <pc:sldMk cId="2764215814" sldId="311"/>
            <ac:spMk id="4" creationId="{1FFEBD7C-13C9-D564-B5A1-49F90E8F035C}"/>
          </ac:spMkLst>
        </pc:spChg>
        <pc:spChg chg="del">
          <ac:chgData name="Youssef BOUTALEB" userId="58f66df1-7896-4d27-b87c-3242deb719f5" providerId="ADAL" clId="{83442DCC-A118-41C8-BC6E-F0F0728D2230}" dt="2026-02-06T13:34:37.193" v="2070" actId="478"/>
          <ac:spMkLst>
            <pc:docMk/>
            <pc:sldMk cId="2764215814" sldId="311"/>
            <ac:spMk id="6" creationId="{2401F663-F4B0-C228-57AC-254A53B9B146}"/>
          </ac:spMkLst>
        </pc:spChg>
        <pc:picChg chg="add mod">
          <ac:chgData name="Youssef BOUTALEB" userId="58f66df1-7896-4d27-b87c-3242deb719f5" providerId="ADAL" clId="{83442DCC-A118-41C8-BC6E-F0F0728D2230}" dt="2026-02-06T13:35:01.168" v="2077" actId="14100"/>
          <ac:picMkLst>
            <pc:docMk/>
            <pc:sldMk cId="2764215814" sldId="311"/>
            <ac:picMk id="3" creationId="{6ABB70CD-DD6A-25E7-4D2D-1506CFED6A7A}"/>
          </ac:picMkLst>
        </pc:picChg>
        <pc:picChg chg="del">
          <ac:chgData name="Youssef BOUTALEB" userId="58f66df1-7896-4d27-b87c-3242deb719f5" providerId="ADAL" clId="{83442DCC-A118-41C8-BC6E-F0F0728D2230}" dt="2026-02-06T13:34:21.592" v="2062" actId="478"/>
          <ac:picMkLst>
            <pc:docMk/>
            <pc:sldMk cId="2764215814" sldId="311"/>
            <ac:picMk id="5" creationId="{53FE4FC7-1385-9A75-8113-06C123F9AA2F}"/>
          </ac:picMkLst>
        </pc:picChg>
      </pc:sldChg>
      <pc:sldChg chg="addSp delSp modSp add mod modNotesTx">
        <pc:chgData name="Youssef BOUTALEB" userId="58f66df1-7896-4d27-b87c-3242deb719f5" providerId="ADAL" clId="{83442DCC-A118-41C8-BC6E-F0F0728D2230}" dt="2026-02-06T15:21:50.512" v="3100" actId="6549"/>
        <pc:sldMkLst>
          <pc:docMk/>
          <pc:sldMk cId="116132424" sldId="312"/>
        </pc:sldMkLst>
        <pc:picChg chg="del">
          <ac:chgData name="Youssef BOUTALEB" userId="58f66df1-7896-4d27-b87c-3242deb719f5" providerId="ADAL" clId="{83442DCC-A118-41C8-BC6E-F0F0728D2230}" dt="2026-02-06T14:09:41.202" v="2079" actId="478"/>
          <ac:picMkLst>
            <pc:docMk/>
            <pc:sldMk cId="116132424" sldId="312"/>
            <ac:picMk id="3" creationId="{D3C37826-354B-357A-B9B9-414D3D2046BB}"/>
          </ac:picMkLst>
        </pc:picChg>
        <pc:picChg chg="add mod ord">
          <ac:chgData name="Youssef BOUTALEB" userId="58f66df1-7896-4d27-b87c-3242deb719f5" providerId="ADAL" clId="{83442DCC-A118-41C8-BC6E-F0F0728D2230}" dt="2026-02-06T14:11:57.661" v="2108" actId="14100"/>
          <ac:picMkLst>
            <pc:docMk/>
            <pc:sldMk cId="116132424" sldId="312"/>
            <ac:picMk id="5" creationId="{2DAF959F-1060-D108-9141-31E95C77189D}"/>
          </ac:picMkLst>
        </pc:picChg>
        <pc:picChg chg="add mod">
          <ac:chgData name="Youssef BOUTALEB" userId="58f66df1-7896-4d27-b87c-3242deb719f5" providerId="ADAL" clId="{83442DCC-A118-41C8-BC6E-F0F0728D2230}" dt="2026-02-06T14:11:33.344" v="2101" actId="1076"/>
          <ac:picMkLst>
            <pc:docMk/>
            <pc:sldMk cId="116132424" sldId="312"/>
            <ac:picMk id="6" creationId="{C02AF8BC-1470-8DAB-ACDB-B2E0DED24B8D}"/>
          </ac:picMkLst>
        </pc:picChg>
      </pc:sldChg>
      <pc:sldChg chg="modSp add mod">
        <pc:chgData name="Youssef BOUTALEB" userId="58f66df1-7896-4d27-b87c-3242deb719f5" providerId="ADAL" clId="{83442DCC-A118-41C8-BC6E-F0F0728D2230}" dt="2026-02-06T14:27:53.582" v="2148" actId="27636"/>
        <pc:sldMkLst>
          <pc:docMk/>
          <pc:sldMk cId="1645683007" sldId="313"/>
        </pc:sldMkLst>
        <pc:spChg chg="mod">
          <ac:chgData name="Youssef BOUTALEB" userId="58f66df1-7896-4d27-b87c-3242deb719f5" providerId="ADAL" clId="{83442DCC-A118-41C8-BC6E-F0F0728D2230}" dt="2026-02-06T14:27:53.582" v="2148" actId="27636"/>
          <ac:spMkLst>
            <pc:docMk/>
            <pc:sldMk cId="1645683007" sldId="313"/>
            <ac:spMk id="13" creationId="{13B855F6-7CAA-E724-6B26-A4D1D4CFB7D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74459-2FE2-41AC-9198-901A8CA182ED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E344A-9B16-4D83-93F7-EC9D52B096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9297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Hello everyone, and welcome to </a:t>
            </a:r>
            <a:r>
              <a:rPr lang="en-US" dirty="0" err="1"/>
              <a:t>to</a:t>
            </a:r>
            <a:r>
              <a:rPr lang="en-US" dirty="0"/>
              <a:t> OLIVE-TALKS </a:t>
            </a:r>
          </a:p>
          <a:p>
            <a:r>
              <a:rPr lang="en-US" dirty="0"/>
              <a:t>So today workshop is : </a:t>
            </a:r>
          </a:p>
          <a:p>
            <a:r>
              <a:rPr lang="en-US" dirty="0"/>
              <a:t>How </a:t>
            </a:r>
            <a:r>
              <a:rPr lang="en-US" b="1" dirty="0"/>
              <a:t>hardware concepts impact software performance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8463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CF1BF-738E-74A5-8854-E4BBF35D3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F65DBF1-44B2-92EC-CB4E-9C0415EBB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29F4060-455B-F156-3BFA-B34853950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err="1">
                <a:effectLst/>
              </a:rPr>
              <a:t>Here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is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our</a:t>
            </a:r>
            <a:r>
              <a:rPr lang="fr-FR" dirty="0">
                <a:effectLst/>
              </a:rPr>
              <a:t> plan for </a:t>
            </a:r>
            <a:r>
              <a:rPr lang="fr-FR" dirty="0" err="1">
                <a:effectLst/>
              </a:rPr>
              <a:t>today</a:t>
            </a:r>
            <a:endParaRPr lang="fr-FR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 </a:t>
            </a:r>
            <a:r>
              <a:rPr lang="fr-FR" dirty="0" err="1">
                <a:effectLst/>
              </a:rPr>
              <a:t>We</a:t>
            </a:r>
            <a:r>
              <a:rPr lang="fr-FR" dirty="0">
                <a:effectLst/>
              </a:rPr>
              <a:t> have 2 main parts </a:t>
            </a:r>
            <a:r>
              <a:rPr lang="en-US" dirty="0"/>
              <a:t>: </a:t>
            </a:r>
          </a:p>
          <a:p>
            <a:r>
              <a:rPr lang="en-US" dirty="0">
                <a:effectLst/>
              </a:rPr>
              <a:t>Part 1: We will talk about modern computer designs, how CPUs work fast with pipelines, memory and caching, and some extra hardware features. Then we will have questions.</a:t>
            </a:r>
          </a:p>
          <a:p>
            <a:r>
              <a:rPr lang="en-US" dirty="0">
                <a:effectLst/>
              </a:rPr>
              <a:t>And Part 2: We will build simple computer parts from scratch </a:t>
            </a:r>
          </a:p>
          <a:p>
            <a:r>
              <a:rPr lang="en-US" dirty="0">
                <a:effectLst/>
              </a:rPr>
              <a:t>So how computers remember data</a:t>
            </a:r>
          </a:p>
          <a:p>
            <a:r>
              <a:rPr lang="en-US" dirty="0">
                <a:effectLst/>
              </a:rPr>
              <a:t>how they add/sub numbers</a:t>
            </a:r>
          </a:p>
          <a:p>
            <a:r>
              <a:rPr lang="en-US" dirty="0">
                <a:effectLst/>
              </a:rPr>
              <a:t>and how the ALU works.</a:t>
            </a:r>
          </a:p>
          <a:p>
            <a:r>
              <a:rPr lang="en-US" dirty="0">
                <a:effectLst/>
              </a:rPr>
              <a:t>Then the Q/A</a:t>
            </a:r>
          </a:p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709324-7365-64A0-095D-3F0F4F2B5E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993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41EC2-23DE-2317-7460-260ADBCC0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D48CE7B-F0A7-99B0-446C-F07FA1BFB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15C4EF8-C4FB-0736-A7C3-9067A09F0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The same code can run fast on one computer and slow on another. Why? </a:t>
            </a:r>
          </a:p>
          <a:p>
            <a:r>
              <a:rPr lang="en-US" dirty="0">
                <a:effectLst/>
              </a:rPr>
              <a:t>Because hardware is different.</a:t>
            </a:r>
          </a:p>
          <a:p>
            <a:r>
              <a:rPr lang="en-US" dirty="0">
                <a:effectLst/>
              </a:rPr>
              <a:t>Hardware decides :</a:t>
            </a:r>
          </a:p>
          <a:p>
            <a:r>
              <a:rPr lang="en-US" dirty="0"/>
              <a:t>How much work can happen at the same time (parallelism)</a:t>
            </a:r>
          </a:p>
          <a:p>
            <a:r>
              <a:rPr lang="en-US" dirty="0"/>
              <a:t>How fast we can get data from memory</a:t>
            </a:r>
          </a:p>
          <a:p>
            <a:r>
              <a:rPr lang="en-US" dirty="0"/>
              <a:t>How expensive each instruction is 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3722B4D-9583-9A76-FAC3-8590C3EBF3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063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Today, almost all devices use one of two main designs</a:t>
            </a:r>
          </a:p>
          <a:p>
            <a:r>
              <a:rPr lang="en-US" dirty="0">
                <a:effectLst/>
              </a:rPr>
              <a:t>First: </a:t>
            </a:r>
          </a:p>
          <a:p>
            <a:r>
              <a:rPr lang="en-US" dirty="0">
                <a:effectLst/>
              </a:rPr>
              <a:t>Modified Von Neumann architecture.</a:t>
            </a:r>
          </a:p>
          <a:p>
            <a:r>
              <a:rPr lang="en-US" dirty="0">
                <a:effectLst/>
              </a:rPr>
              <a:t>This is used in PCs, smartphones, and microcontrollers.</a:t>
            </a:r>
          </a:p>
          <a:p>
            <a:r>
              <a:rPr lang="en-US" dirty="0">
                <a:effectLst/>
              </a:rPr>
              <a:t>Second: Massively parallel architectures.</a:t>
            </a:r>
          </a:p>
          <a:p>
            <a:r>
              <a:rPr lang="en-US" dirty="0"/>
              <a:t>These are used in GPUs, TPUs, and NPUs.</a:t>
            </a:r>
            <a:br>
              <a:rPr lang="en-US" dirty="0"/>
            </a:br>
            <a:r>
              <a:rPr lang="en-US" dirty="0"/>
              <a:t>They are called </a:t>
            </a:r>
            <a:r>
              <a:rPr lang="en-US" b="1" dirty="0"/>
              <a:t>accelerators or co-processors</a:t>
            </a:r>
            <a:br>
              <a:rPr lang="en-US" dirty="0"/>
            </a:br>
            <a:r>
              <a:rPr lang="en-US" dirty="0"/>
              <a:t>And we can consider them as a special hardware helpers inside PCs or servers that speed up specific tasks</a:t>
            </a:r>
            <a:endParaRPr lang="en-US" dirty="0">
              <a:effectLst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5454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The classic design is called Von Neumann.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It has one memory that stores both program instructions and data. The CPU has two main parts: the ALU for calculations and the Control Unit that manages everything. There are small fast registers, and one shared bus for everything. Problem: this shared bus creates a bottleneck – everything waits for the bus. Instructions run one after another: fetch, decode, execute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8730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Harvard architecture is different.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It has two separate memos: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one only for instructions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one only for 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And two separate buses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This means the CPU can fetch an instruction and read data at the same time.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No bottleneck. Higher speed. So this architecture will open to us the pipeline optimization so we can execute instruction in // in the </a:t>
            </a:r>
            <a:r>
              <a:rPr lang="en-US" dirty="0" err="1">
                <a:effectLst/>
              </a:rPr>
              <a:t>cpu</a:t>
            </a:r>
            <a:r>
              <a:rPr lang="en-US" dirty="0">
                <a:effectLst/>
              </a:rPr>
              <a:t>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4356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Key point for programmers: performance is usually limited by how fast we move data, not by how fast we calculate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And that is it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any question about this module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ffectLst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33631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Okay so next is PPM</a:t>
            </a:r>
          </a:p>
          <a:p>
            <a:r>
              <a:rPr lang="en-US" dirty="0"/>
              <a:t>We classify the possible computing models by how they handle the data and the instructions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SISD: one instruction, one data – normal old serial computer.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SIMD: one instruction, many data – perfect for images and graphics, used in GPUs.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MISD: very rare, almost no examples.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MIMD: many instructions, many data – used in multi-core CPUs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80238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3615A-BDCA-49F1-2171-B893BA03F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0A33FD6-47AE-720B-B113-669585901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AF56DDE-ADD0-9601-B8B3-DCC6FE7F7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So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see</a:t>
            </a:r>
            <a:r>
              <a:rPr lang="fr-FR" dirty="0"/>
              <a:t> the impact of </a:t>
            </a:r>
            <a:r>
              <a:rPr lang="fr-FR" dirty="0" err="1"/>
              <a:t>this</a:t>
            </a:r>
            <a:r>
              <a:rPr lang="fr-FR" dirty="0"/>
              <a:t> in </a:t>
            </a:r>
            <a:r>
              <a:rPr lang="fr-FR" dirty="0" err="1"/>
              <a:t>our</a:t>
            </a:r>
            <a:r>
              <a:rPr lang="fr-FR" dirty="0"/>
              <a:t> code : </a:t>
            </a:r>
          </a:p>
          <a:p>
            <a:r>
              <a:rPr lang="en-US" dirty="0"/>
              <a:t>On GPUs write vectorized code. </a:t>
            </a:r>
          </a:p>
          <a:p>
            <a:r>
              <a:rPr lang="en-US" dirty="0"/>
              <a:t>CPUs (MIMD), use threads.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17C3EF3-6D80-8F16-CC09-67EB16BA55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65157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D5FAE-21B0-7EB0-BEE4-5331C1D27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CD0957E-54C8-C375-6EF3-BD8A92FDB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58C3CA0-7BA6-8F7C-825B-613ABCD8BC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So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see</a:t>
            </a:r>
            <a:r>
              <a:rPr lang="fr-FR" dirty="0"/>
              <a:t> the impact of </a:t>
            </a:r>
            <a:r>
              <a:rPr lang="fr-FR" dirty="0" err="1"/>
              <a:t>this</a:t>
            </a:r>
            <a:r>
              <a:rPr lang="fr-FR" dirty="0"/>
              <a:t> in </a:t>
            </a:r>
            <a:r>
              <a:rPr lang="fr-FR" dirty="0" err="1"/>
              <a:t>our</a:t>
            </a:r>
            <a:r>
              <a:rPr lang="fr-FR" dirty="0"/>
              <a:t> code : </a:t>
            </a:r>
          </a:p>
          <a:p>
            <a:r>
              <a:rPr lang="en-US" dirty="0"/>
              <a:t>On GPUs write vectorized code. </a:t>
            </a:r>
          </a:p>
          <a:p>
            <a:r>
              <a:rPr lang="en-US" dirty="0"/>
              <a:t>CPUs (MIMD), use threads.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00463D9-6004-2D67-2FEE-E9C524760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6617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part </a:t>
            </a:r>
          </a:p>
          <a:p>
            <a:r>
              <a:rPr lang="en-US" dirty="0"/>
              <a:t>We will talk about the possibility of making CPUs faster using the </a:t>
            </a:r>
            <a:r>
              <a:rPr lang="en-US" dirty="0" err="1"/>
              <a:t>havard</a:t>
            </a:r>
            <a:r>
              <a:rPr lang="en-US" dirty="0"/>
              <a:t> architecture</a:t>
            </a:r>
          </a:p>
          <a:p>
            <a:r>
              <a:rPr lang="en-US" dirty="0"/>
              <a:t>we use </a:t>
            </a:r>
            <a:r>
              <a:rPr lang="en-US" b="1" dirty="0"/>
              <a:t>pipelining</a:t>
            </a:r>
          </a:p>
          <a:p>
            <a:r>
              <a:rPr lang="en-US" dirty="0"/>
              <a:t>Just like a factory assembly line, we overlap work</a:t>
            </a:r>
          </a:p>
          <a:p>
            <a:r>
              <a:rPr lang="en-US" dirty="0"/>
              <a:t>standard model has five stages: </a:t>
            </a:r>
            <a:r>
              <a:rPr lang="en-US" b="1" dirty="0"/>
              <a:t>Fetch, Decode, Execute, Memory Access, and Write Back</a:t>
            </a:r>
            <a:r>
              <a:rPr lang="en-US" dirty="0"/>
              <a:t>. While one instruction is being executed, the next one is already being decoded</a:t>
            </a:r>
          </a:p>
          <a:p>
            <a:endParaRPr lang="en-US" dirty="0"/>
          </a:p>
          <a:p>
            <a:r>
              <a:rPr lang="en-US" dirty="0"/>
              <a:t>After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 R1, R2, R3</a:t>
            </a:r>
            <a:r>
              <a:rPr lang="en-US" dirty="0"/>
              <a:t> → write result into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R1</a:t>
            </a:r>
            <a:br>
              <a:rPr lang="en-US" dirty="0"/>
            </a:br>
            <a:r>
              <a:rPr lang="en-US" dirty="0"/>
              <a:t>After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 R1, [R2]</a:t>
            </a:r>
            <a:r>
              <a:rPr lang="en-US" dirty="0"/>
              <a:t> → write the loaded value into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R1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16653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The benefits are big:</a:t>
            </a:r>
          </a:p>
          <a:p>
            <a:r>
              <a:rPr lang="en-US" dirty="0"/>
              <a:t>Much higher speed – one instruction per cycle instead of five cycles.</a:t>
            </a:r>
          </a:p>
          <a:p>
            <a:r>
              <a:rPr lang="en-US" dirty="0"/>
              <a:t>Lower CPI – cycles per instruction drops from about 5 to about 1.</a:t>
            </a:r>
          </a:p>
          <a:p>
            <a:r>
              <a:rPr lang="en-US" dirty="0"/>
              <a:t>All parts of the CPU stay busy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25492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We add registers between stages to hold data for one cycle. This lets stages work at the same time. Look at the diagram: before pipelining – slow. After pipelining – fast and overlapping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01282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But pipelining has problems called hazards.</a:t>
            </a:r>
          </a:p>
          <a:p>
            <a:r>
              <a:rPr lang="en-US" dirty="0"/>
              <a:t>Data hazards: an instruction needs a result that is not ready yet.</a:t>
            </a:r>
          </a:p>
          <a:p>
            <a:r>
              <a:rPr lang="en-US" dirty="0"/>
              <a:t>Control hazards: branches and jumps change the next instruction.</a:t>
            </a:r>
          </a:p>
          <a:p>
            <a:r>
              <a:rPr lang="en-US" dirty="0"/>
              <a:t>Structural hazards: two instructions want the same hardware at the same time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9770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4091C-80DB-6DC5-65CE-D100DAF32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623EE8F-FA7F-2331-D9D0-E91FAD265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793F50C-18D5-2631-AD29-38C191A78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Modern PC CPUs typically have 14 to 31 pipeline stages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13DA45-D0F3-8371-5137-2013626AE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07639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8F259-520E-9295-5329-2CF4CE57E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F53B34F-78B2-A073-4843-AC06DE649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11A1F91-16D7-78CB-E6E9-94E096CBD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Modern PC CPUs typically have 14 to 31 pipeline stages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2D40F44-9CD5-DC20-6DF2-690D03900A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76127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73A86-EA71-0C61-E9BF-7FD18A933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0003339-8CEE-D5AB-5E17-71D82CECE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7BC9E24-F2E4-C470-B373-6B4D1245A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Modern PC CPUs typically have 14 to 31 pipeline stages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A49482-5B4A-10D5-026E-3CB6F082B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30136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94417-A33F-7447-9763-313E3D337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2A7B35D-DF25-07BA-A310-85B06BD0D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3520CF9-98CA-1BEB-8AB6-70B161FC7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Modern PC CPUs typically have 14 to 31 pipeline stages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F3010C0-0E27-5E64-B6FB-CC0360121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31992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Memory is organized like a pyramid. Top: registers – very fast, very small, expensive. Then caches, then RAM, then disk – slow, huge, cheap. The goal of caching: keep the data you use most as close to the CPU as possible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8135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Here is a video that shows how big the speed difference is. Register access: almost instant. RAM: hundreds of times slower. Disk: millions of times slower. (Play the video) This is why cache misses hurt performance so much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96261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Look at these two loops over a 2D array. First loop: go row by row – fast, because data is next to each other in memory. Cache loves it. Second loop: go column by column – slow, many cache misses. Same algorithm, same big-O, very different real speed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57644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65970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9E2CC-C3B9-29E8-759C-661539EC3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B5801EC-EB9A-AEFE-10DB-B2248A00F5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CB64141-FD46-B40A-790D-91C16B580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Another example: Fibonacci. Naive recursion computes the same values again and again – very slow. With </a:t>
            </a:r>
            <a:r>
              <a:rPr lang="en-US" dirty="0" err="1">
                <a:effectLst/>
              </a:rPr>
              <a:t>memoization</a:t>
            </a:r>
            <a:r>
              <a:rPr lang="en-US" dirty="0">
                <a:effectLst/>
              </a:rPr>
              <a:t> – we cache results – becomes fast and linear. Python’s @lru_cache does this automatically. Lesson: reuse data when possible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3725D4-4D4B-8885-5F47-4947D5410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85871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18ED7-5660-5AFD-D25E-7423E4ECF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BFF3902-D287-F633-EBE7-22AD55A7F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922984D-5F1F-E558-4B4D-62A6F4665A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97134B-AFF4-09A6-1868-756AE9C171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315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F1D6B-5D9A-0959-619C-824EDC65A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069E00E-3184-210B-FBC4-447D5D095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BFD2D97-CE66-F04E-4B0B-5693D00D9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54A2F8-2C6F-FF14-6BFC-5101D6D63E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84965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Modern computers have many helpers:</a:t>
            </a:r>
          </a:p>
          <a:p>
            <a:r>
              <a:rPr lang="en-US" dirty="0"/>
              <a:t>DMA: moves data without bothering the CPU.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63543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NIC: network card does its own work.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03092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Sound cards and APUs: handle audio fast. The CPU is not doing everything alone anymore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40533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634B2-FA2F-E563-4FA4-7B6C30C92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CCB8227-ACBA-517E-6974-1FE2A5952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F45A991-0C3F-1BE7-9A10-48001FF0B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AC673B-1D1D-5335-493A-3B85BB59E1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85377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Now we move to Part 2. We will build real computer parts from basic gates. We start with the simplest question: How do computers remember even one bit?</a:t>
            </a:r>
          </a:p>
          <a:p>
            <a:r>
              <a:rPr lang="fr-FR" dirty="0"/>
              <a:t>Set–Reset </a:t>
            </a:r>
          </a:p>
          <a:p>
            <a:r>
              <a:rPr lang="fr-FR" dirty="0"/>
              <a:t>Data </a:t>
            </a:r>
            <a:r>
              <a:rPr lang="fr-FR" dirty="0" err="1"/>
              <a:t>latch</a:t>
            </a:r>
            <a:r>
              <a:rPr lang="fr-FR" dirty="0"/>
              <a:t> </a:t>
            </a:r>
          </a:p>
          <a:p>
            <a:r>
              <a:rPr lang="fr-FR" dirty="0" err="1"/>
              <a:t>Latch</a:t>
            </a:r>
            <a:r>
              <a:rPr lang="fr-FR" dirty="0"/>
              <a:t> : </a:t>
            </a:r>
            <a:r>
              <a:rPr lang="ar-AE" b="1" dirty="0"/>
              <a:t>قفل مؤقت</a:t>
            </a:r>
            <a:r>
              <a:rPr lang="ar-AE" dirty="0"/>
              <a:t>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18778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</a:t>
            </a:r>
            <a:r>
              <a:rPr lang="en-US" b="1" dirty="0"/>
              <a:t>Asynchronous</a:t>
            </a:r>
            <a:r>
              <a:rPr lang="en-US" dirty="0"/>
              <a:t> 4-bit Register. Why? </a:t>
            </a:r>
          </a:p>
          <a:p>
            <a:r>
              <a:rPr lang="en-US" dirty="0"/>
              <a:t>Because it relies on an input </a:t>
            </a:r>
            <a:r>
              <a:rPr lang="en-US" b="1" dirty="0"/>
              <a:t>trigger</a:t>
            </a:r>
            <a:r>
              <a:rPr lang="en-US" dirty="0"/>
              <a:t>. If you used a clock instead, it would become a </a:t>
            </a:r>
            <a:r>
              <a:rPr lang="en-US" b="1" dirty="0"/>
              <a:t>Synchronous</a:t>
            </a:r>
            <a:r>
              <a:rPr lang="en-US" dirty="0"/>
              <a:t> Register. Simple as that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74970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Here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can </a:t>
            </a:r>
            <a:r>
              <a:rPr lang="fr-FR" dirty="0" err="1"/>
              <a:t>say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have </a:t>
            </a:r>
            <a:r>
              <a:rPr lang="fr-FR" dirty="0" err="1"/>
              <a:t>completed</a:t>
            </a:r>
            <a:r>
              <a:rPr lang="fr-FR" dirty="0"/>
              <a:t> the data part </a:t>
            </a:r>
            <a:r>
              <a:rPr lang="fr-FR" dirty="0" err="1"/>
              <a:t>from</a:t>
            </a:r>
            <a:r>
              <a:rPr lang="fr-FR" dirty="0"/>
              <a:t> how the pc </a:t>
            </a:r>
            <a:r>
              <a:rPr lang="fr-FR" dirty="0" err="1"/>
              <a:t>remember</a:t>
            </a:r>
            <a:r>
              <a:rPr lang="fr-FR" dirty="0"/>
              <a:t> to building a 4 bit </a:t>
            </a:r>
            <a:r>
              <a:rPr lang="fr-FR" dirty="0" err="1"/>
              <a:t>register</a:t>
            </a:r>
            <a:r>
              <a:rPr lang="fr-FR" dirty="0"/>
              <a:t> .</a:t>
            </a:r>
          </a:p>
          <a:p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lets</a:t>
            </a:r>
            <a:r>
              <a:rPr lang="fr-FR" dirty="0"/>
              <a:t> </a:t>
            </a:r>
            <a:r>
              <a:rPr lang="fr-FR" dirty="0" err="1"/>
              <a:t>build</a:t>
            </a:r>
            <a:r>
              <a:rPr lang="fr-FR" dirty="0"/>
              <a:t> a 1 BIT ADDER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99372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A5A26-35AD-C054-ABD6-CE6FF6E28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E057346-0843-857B-B23C-8C59F6302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9B59977-BAD5-1BFC-4D03-27894D26F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 to the very first edition of the OLIVE-LEARN workshop. Today, we are diving into </a:t>
            </a:r>
            <a:r>
              <a:rPr lang="en-US" b="1" dirty="0"/>
              <a:t>Computer Architecture Fundamentals</a:t>
            </a:r>
            <a:r>
              <a:rPr lang="en-US" dirty="0"/>
              <a:t>. This session is designed to bridge the gap between high-level coding and the underlying hardware that executes it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2B13EC-A145-A12E-2B6A-DFEAE1E3F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E344A-9B16-4D83-93F7-EC9D52B09693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033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107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30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79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548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060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1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571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743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73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482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8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480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2" r:id="rId6"/>
    <p:sldLayoutId id="2147483728" r:id="rId7"/>
    <p:sldLayoutId id="2147483729" r:id="rId8"/>
    <p:sldLayoutId id="2147483730" r:id="rId9"/>
    <p:sldLayoutId id="2147483731" r:id="rId10"/>
    <p:sldLayoutId id="214748373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3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3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3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4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4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olive-soft.atlassian.net/wiki/x/AYBtU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71201FD-B9B8-44FB-827C-2B72B2C61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ED50380-B737-4843-B657-D1F72ECE0E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38A1CE-8855-4800-8759-A56D50C74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60E8BB7-1962-48A1-AE75-138B858AD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4B998B9-5288-4CE0-B72D-57048D8248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1CCB6E9-345A-4FF8-A88D-3E5CF21D4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1318E85-96B6-461C-8287-F6CA4968C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6BFD751-AAE9-43DB-8D9F-FBD0019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A33B7E8-7994-46BB-A708-1BAEAE9A4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E24BAA5-7F61-4495-857C-97EDFC96F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16A69CD-5F58-4D4E-8784-EF04768B31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B01CAAA-9CED-4D6E-94EF-252DDFCB7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46C2E15-6DB9-400F-A463-3A74881199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548849A-5ABA-4068-B1B8-62885377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026C35F-2E6D-487D-B9F7-C4FEC99C2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C96CD3E-B1D7-4FEB-A4C4-9D2224756E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5504DA9-0960-480F-A0D1-43F798BA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D211248-4214-4C32-9181-236A50543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C8DA7D9-8888-4AE1-88A9-070E3D39A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5EF6DF4-75E2-40AE-898D-8439C1A1B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EB5A874-B7FD-462A-B169-E7FDB5AA6C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E40B800-A1C4-40CF-B676-3714D7BC6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9DC799A-8E1B-473C-8A5C-61A7E6E17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241FE59-669C-46CE-BD6B-BCC0E38E3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38A03C7-4888-469E-B83E-68A5A252F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949D6E2-575B-4B3B-9200-F89FF6263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192BECB-21C3-4E10-BA4A-1A40B32FE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99FED6-669D-4F33-B077-DCABEE44C4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F0A4E8B-1AAA-4226-98A8-D787BCF2A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9842F70-1987-4D9B-A998-AB1CA140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2A5A85E-17B3-4952-B61F-2F5B41D631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B1FC6E2-FA10-41E8-AD12-66A1CF9831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A39D0304-0CFD-263A-0145-884337B6B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7" y="3956389"/>
            <a:ext cx="11282511" cy="2438354"/>
          </a:xfrm>
        </p:spPr>
        <p:txBody>
          <a:bodyPr anchor="t">
            <a:normAutofit/>
          </a:bodyPr>
          <a:lstStyle/>
          <a:p>
            <a:r>
              <a:rPr lang="en-US" b="1" dirty="0"/>
              <a:t>Introduction to CS fundamentals (Hardware) </a:t>
            </a:r>
            <a:r>
              <a:rPr lang="fr-FR" b="1" dirty="0"/>
              <a:t>WORKSHOP</a:t>
            </a:r>
          </a:p>
        </p:txBody>
      </p:sp>
      <p:sp>
        <p:nvSpPr>
          <p:cNvPr id="54" name="Right Triangle 53">
            <a:extLst>
              <a:ext uri="{FF2B5EF4-FFF2-40B4-BE49-F238E27FC236}">
                <a16:creationId xmlns:a16="http://schemas.microsoft.com/office/drawing/2014/main" id="{27D6616B-CA16-4E7A-AD49-69268088A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4239706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3" name="Image 12" descr="Une image contenant Graphique, graphisme, Police, conception">
            <a:extLst>
              <a:ext uri="{FF2B5EF4-FFF2-40B4-BE49-F238E27FC236}">
                <a16:creationId xmlns:a16="http://schemas.microsoft.com/office/drawing/2014/main" id="{7BBC2CD2-8FA0-2C45-3F46-29A604961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44" y="308161"/>
            <a:ext cx="11432605" cy="312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438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E70B5-7BEA-2AF5-5128-91330DC26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171F63-6A7B-FF26-919A-C0FF93D9E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Workshop Plan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22388A-AB9B-EA1D-6157-50AAAD664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11267066" cy="4399628"/>
          </a:xfrm>
        </p:spPr>
        <p:txBody>
          <a:bodyPr>
            <a:normAutofit/>
          </a:bodyPr>
          <a:lstStyle/>
          <a:p>
            <a:pPr fontAlgn="base"/>
            <a:r>
              <a:rPr lang="fr-FR" sz="1200" b="1" dirty="0"/>
              <a:t>PART1 : </a:t>
            </a:r>
            <a:r>
              <a:rPr lang="en-US" sz="1200" b="1" dirty="0"/>
              <a:t>how modern computers execute code efficiently</a:t>
            </a:r>
            <a:endParaRPr lang="fr-FR" sz="1200" b="1" dirty="0"/>
          </a:p>
          <a:p>
            <a:pPr lvl="1" fontAlgn="base"/>
            <a:r>
              <a:rPr lang="fr-FR" sz="1100" dirty="0"/>
              <a:t>Modern </a:t>
            </a:r>
            <a:r>
              <a:rPr lang="fr-FR" sz="1100" dirty="0" err="1"/>
              <a:t>Computing</a:t>
            </a:r>
            <a:r>
              <a:rPr lang="fr-FR" sz="1100" dirty="0"/>
              <a:t> Architectures</a:t>
            </a:r>
          </a:p>
          <a:p>
            <a:pPr lvl="1" fontAlgn="base"/>
            <a:r>
              <a:rPr lang="fr-FR" sz="1100" dirty="0"/>
              <a:t>CPU Instruction Pipeline </a:t>
            </a:r>
          </a:p>
          <a:p>
            <a:pPr lvl="1" fontAlgn="base"/>
            <a:r>
              <a:rPr lang="en-US" sz="1100" dirty="0"/>
              <a:t>Memory Hierarchy &amp; Caching Principle</a:t>
            </a:r>
          </a:p>
          <a:p>
            <a:pPr lvl="1" fontAlgn="base"/>
            <a:r>
              <a:rPr lang="en-US" sz="1100" dirty="0"/>
              <a:t>Other computer architecture enhancements: DMA, NIC , APU</a:t>
            </a:r>
          </a:p>
          <a:p>
            <a:pPr fontAlgn="base"/>
            <a:r>
              <a:rPr lang="en-US" sz="1200" dirty="0"/>
              <a:t>QA</a:t>
            </a:r>
          </a:p>
          <a:p>
            <a:pPr fontAlgn="base"/>
            <a:r>
              <a:rPr lang="en-US" sz="1200" b="1" dirty="0"/>
              <a:t>PART2 : how computers store data and perform calculations at the circuit level (Let’s build a simple computer)</a:t>
            </a:r>
          </a:p>
          <a:p>
            <a:pPr lvl="1" fontAlgn="base"/>
            <a:r>
              <a:rPr lang="en-US" sz="1100" dirty="0"/>
              <a:t>How Do Computers Remember (SR LATCH)</a:t>
            </a:r>
          </a:p>
          <a:p>
            <a:pPr lvl="1" fontAlgn="base"/>
            <a:r>
              <a:rPr lang="en-US" sz="1100" dirty="0"/>
              <a:t>Data Store(D LATCH)</a:t>
            </a:r>
          </a:p>
          <a:p>
            <a:pPr lvl="1" fontAlgn="base"/>
            <a:r>
              <a:rPr lang="en-US" sz="1100" dirty="0"/>
              <a:t>Data Store(4 BIT REGISTER)</a:t>
            </a:r>
          </a:p>
          <a:p>
            <a:pPr lvl="1" fontAlgn="base"/>
            <a:r>
              <a:rPr lang="en-US" sz="1100" dirty="0"/>
              <a:t>1 BIT ADDER</a:t>
            </a:r>
          </a:p>
          <a:p>
            <a:pPr lvl="1" fontAlgn="base"/>
            <a:r>
              <a:rPr lang="en-US" sz="1100" dirty="0"/>
              <a:t>4 BIT ADDER</a:t>
            </a:r>
          </a:p>
          <a:p>
            <a:pPr lvl="1" fontAlgn="base"/>
            <a:r>
              <a:rPr lang="en-US" sz="1100" dirty="0"/>
              <a:t>ALU</a:t>
            </a:r>
          </a:p>
          <a:p>
            <a:pPr fontAlgn="base"/>
            <a:r>
              <a:rPr lang="en-US" sz="1200" dirty="0"/>
              <a:t>QA</a:t>
            </a:r>
          </a:p>
          <a:p>
            <a:pPr fontAlgn="base"/>
            <a:r>
              <a:rPr lang="fr-FR" sz="1200" dirty="0"/>
              <a:t>OLIVE-LEARN</a:t>
            </a:r>
          </a:p>
        </p:txBody>
      </p:sp>
    </p:spTree>
    <p:extLst>
      <p:ext uri="{BB962C8B-B14F-4D97-AF65-F5344CB8AC3E}">
        <p14:creationId xmlns:p14="http://schemas.microsoft.com/office/powerpoint/2010/main" val="1117480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68C02-606B-5A30-5FC6-7BC11AD4F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0A66C2-6ADE-2F54-09E8-3325A38F7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1259174"/>
            <a:ext cx="8535368" cy="909240"/>
          </a:xfrm>
        </p:spPr>
        <p:txBody>
          <a:bodyPr/>
          <a:lstStyle/>
          <a:p>
            <a:r>
              <a:rPr lang="fr-FR" dirty="0"/>
              <a:t>Hardware vs Software </a:t>
            </a:r>
            <a:r>
              <a:rPr lang="fr-FR" dirty="0" err="1"/>
              <a:t>Boundary</a:t>
            </a:r>
            <a:endParaRPr lang="fr-FR" dirty="0">
              <a:effectLst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D08ACE-E719-8A3C-9903-7A29E5838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Why hardware matters to programmers</a:t>
            </a:r>
            <a:endParaRPr lang="fr-FR" b="1" dirty="0"/>
          </a:p>
          <a:p>
            <a:pPr lvl="1" fontAlgn="base"/>
            <a:r>
              <a:rPr lang="en-US" dirty="0"/>
              <a:t>Same code ≠ same speed</a:t>
            </a:r>
          </a:p>
          <a:p>
            <a:pPr lvl="1" fontAlgn="base"/>
            <a:r>
              <a:rPr lang="en-US" dirty="0"/>
              <a:t>Hardware decides:</a:t>
            </a:r>
          </a:p>
          <a:p>
            <a:pPr lvl="2" fontAlgn="base"/>
            <a:r>
              <a:rPr lang="en-US" dirty="0"/>
              <a:t>Parallelism</a:t>
            </a:r>
          </a:p>
          <a:p>
            <a:pPr lvl="2" fontAlgn="base"/>
            <a:r>
              <a:rPr lang="en-US" dirty="0"/>
              <a:t>Memory access speed</a:t>
            </a:r>
          </a:p>
          <a:p>
            <a:pPr lvl="2" fontAlgn="base"/>
            <a:r>
              <a:rPr lang="en-US" dirty="0"/>
              <a:t>Instruction execution cost</a:t>
            </a:r>
            <a:br>
              <a:rPr lang="en-US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418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45481-FB51-BD39-C454-C7DA471F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65CABB-713C-F2F6-5318-D7FF42775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Modern </a:t>
            </a:r>
            <a:r>
              <a:rPr lang="fr-FR" dirty="0" err="1"/>
              <a:t>Computing</a:t>
            </a:r>
            <a:r>
              <a:rPr lang="fr-FR" dirty="0"/>
              <a:t> Architectures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D15B1B-9212-A042-A9DC-2D4E3E860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Modern computing architectures mainly rely on two architectural approaches:</a:t>
            </a:r>
            <a:endParaRPr lang="en-US" dirty="0"/>
          </a:p>
          <a:p>
            <a:pPr lvl="1"/>
            <a:r>
              <a:rPr lang="en-US" b="1" dirty="0"/>
              <a:t>Modified </a:t>
            </a:r>
            <a:r>
              <a:rPr lang="en-US" b="1" dirty="0">
                <a:solidFill>
                  <a:srgbClr val="8EDECD"/>
                </a:solidFill>
              </a:rPr>
              <a:t>Von Neumann architectures</a:t>
            </a:r>
            <a:r>
              <a:rPr lang="en-US" dirty="0">
                <a:solidFill>
                  <a:srgbClr val="8EDECD"/>
                </a:solidFill>
              </a:rPr>
              <a:t> </a:t>
            </a:r>
            <a:r>
              <a:rPr lang="en-US" dirty="0"/>
              <a:t>(inspired by Harvard, used by CPUs)</a:t>
            </a:r>
          </a:p>
          <a:p>
            <a:pPr lvl="1"/>
            <a:r>
              <a:rPr lang="en-US" b="1" dirty="0"/>
              <a:t>Massively parallel SIMD/SIMT architectures</a:t>
            </a:r>
            <a:r>
              <a:rPr lang="en-US" dirty="0"/>
              <a:t> (used by GPUs)</a:t>
            </a:r>
          </a:p>
          <a:p>
            <a:pPr fontAlgn="base"/>
            <a:endParaRPr lang="fr-FR" dirty="0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D524005B-0640-74DB-DA03-0FBE58C5D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632659"/>
              </p:ext>
            </p:extLst>
          </p:nvPr>
        </p:nvGraphicFramePr>
        <p:xfrm>
          <a:off x="1175921" y="3587141"/>
          <a:ext cx="9840158" cy="3042259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3758240">
                  <a:extLst>
                    <a:ext uri="{9D8B030D-6E8A-4147-A177-3AD203B41FA5}">
                      <a16:colId xmlns:a16="http://schemas.microsoft.com/office/drawing/2014/main" val="833917335"/>
                    </a:ext>
                  </a:extLst>
                </a:gridCol>
                <a:gridCol w="6081918">
                  <a:extLst>
                    <a:ext uri="{9D8B030D-6E8A-4147-A177-3AD203B41FA5}">
                      <a16:colId xmlns:a16="http://schemas.microsoft.com/office/drawing/2014/main" val="195254359"/>
                    </a:ext>
                  </a:extLst>
                </a:gridCol>
              </a:tblGrid>
              <a:tr h="460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cap="none" spc="0" dirty="0">
                          <a:solidFill>
                            <a:schemeClr val="tx1"/>
                          </a:solidFill>
                        </a:rPr>
                        <a:t>System type</a:t>
                      </a:r>
                    </a:p>
                  </a:txBody>
                  <a:tcPr marL="126555" marR="97350" marT="97350" marB="973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cap="none" spc="0" dirty="0">
                          <a:solidFill>
                            <a:schemeClr val="tx1"/>
                          </a:solidFill>
                        </a:rPr>
                        <a:t>Architecture</a:t>
                      </a:r>
                    </a:p>
                  </a:txBody>
                  <a:tcPr marL="126555" marR="97350" marT="97350" marB="973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314178"/>
                  </a:ext>
                </a:extLst>
              </a:tr>
              <a:tr h="687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cap="none" spc="0">
                          <a:solidFill>
                            <a:schemeClr val="tx1"/>
                          </a:solidFill>
                        </a:rPr>
                        <a:t>PCs / laptops</a:t>
                      </a:r>
                    </a:p>
                  </a:txBody>
                  <a:tcPr marL="126555" marR="97350" marT="97350" marB="973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cap="none" spc="0" dirty="0" err="1">
                          <a:solidFill>
                            <a:schemeClr val="tx1"/>
                          </a:solidFill>
                        </a:rPr>
                        <a:t>Modified</a:t>
                      </a:r>
                      <a:r>
                        <a:rPr lang="fr-FR" sz="1500" cap="none" spc="0" dirty="0">
                          <a:solidFill>
                            <a:schemeClr val="tx1"/>
                          </a:solidFill>
                        </a:rPr>
                        <a:t> Von Neumann</a:t>
                      </a:r>
                    </a:p>
                  </a:txBody>
                  <a:tcPr marL="126555" marR="97350" marT="97350" marB="973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5316984"/>
                  </a:ext>
                </a:extLst>
              </a:tr>
              <a:tr h="460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cap="none" spc="0">
                          <a:solidFill>
                            <a:schemeClr val="tx1"/>
                          </a:solidFill>
                        </a:rPr>
                        <a:t>Smartphones</a:t>
                      </a:r>
                    </a:p>
                  </a:txBody>
                  <a:tcPr marL="126555" marR="97350" marT="97350" marB="973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cap="none" spc="0" dirty="0" err="1">
                          <a:solidFill>
                            <a:schemeClr val="tx1"/>
                          </a:solidFill>
                        </a:rPr>
                        <a:t>Modified</a:t>
                      </a:r>
                      <a:r>
                        <a:rPr lang="fr-FR" sz="1500" cap="none" spc="0" dirty="0">
                          <a:solidFill>
                            <a:schemeClr val="tx1"/>
                          </a:solidFill>
                        </a:rPr>
                        <a:t> Von Neumann</a:t>
                      </a:r>
                    </a:p>
                  </a:txBody>
                  <a:tcPr marL="126555" marR="97350" marT="97350" marB="973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740112"/>
                  </a:ext>
                </a:extLst>
              </a:tr>
              <a:tr h="460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cap="none" spc="0">
                          <a:solidFill>
                            <a:schemeClr val="tx1"/>
                          </a:solidFill>
                        </a:rPr>
                        <a:t>Microcontrollers</a:t>
                      </a:r>
                    </a:p>
                  </a:txBody>
                  <a:tcPr marL="126555" marR="97350" marT="97350" marB="973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500" cap="none" spc="0" dirty="0" err="1">
                          <a:solidFill>
                            <a:schemeClr val="tx1"/>
                          </a:solidFill>
                        </a:rPr>
                        <a:t>Modified</a:t>
                      </a:r>
                      <a:r>
                        <a:rPr lang="fr-FR" sz="1500" cap="none" spc="0" dirty="0">
                          <a:solidFill>
                            <a:schemeClr val="tx1"/>
                          </a:solidFill>
                        </a:rPr>
                        <a:t> Von Neumann</a:t>
                      </a:r>
                    </a:p>
                  </a:txBody>
                  <a:tcPr marL="126555" marR="97350" marT="97350" marB="973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002865"/>
                  </a:ext>
                </a:extLst>
              </a:tr>
              <a:tr h="687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cap="none" spc="0" dirty="0" err="1">
                          <a:solidFill>
                            <a:schemeClr val="tx1"/>
                          </a:solidFill>
                        </a:rPr>
                        <a:t>GPUs</a:t>
                      </a:r>
                      <a:r>
                        <a:rPr lang="fr-FR" sz="1500" cap="none" spc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fr-FR" sz="1500" cap="none" spc="0" dirty="0" err="1">
                          <a:solidFill>
                            <a:schemeClr val="tx1"/>
                          </a:solidFill>
                        </a:rPr>
                        <a:t>TPUs</a:t>
                      </a:r>
                      <a:endParaRPr lang="fr-FR" sz="1500" cap="none" spc="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1200" dirty="0"/>
                        <a:t>Note : GPUs/TPUs are not standalone machines</a:t>
                      </a:r>
                    </a:p>
                    <a:p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200" dirty="0"/>
                        <a:t>They are </a:t>
                      </a:r>
                      <a:r>
                        <a:rPr lang="en-US" sz="1200" b="1" dirty="0"/>
                        <a:t>components of PCs, laptops, or servers</a:t>
                      </a:r>
                      <a:r>
                        <a:rPr lang="en-US" sz="1200" dirty="0"/>
                        <a:t>, just </a:t>
                      </a:r>
                      <a:r>
                        <a:rPr lang="en-US" sz="1200" dirty="0" err="1"/>
                        <a:t>like:RAM</a:t>
                      </a:r>
                      <a:r>
                        <a:rPr lang="en-US" sz="1200" dirty="0"/>
                        <a:t>, Disk, Network card)</a:t>
                      </a:r>
                    </a:p>
                  </a:txBody>
                  <a:tcPr marL="126555" marR="97350" marT="97350" marB="9735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Highly parallel, not pure Von Neumann</a:t>
                      </a:r>
                    </a:p>
                  </a:txBody>
                  <a:tcPr marL="126555" marR="97350" marT="97350" marB="9735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35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380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7BE3F-D2E1-3A5C-4A88-CDB4C1546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48B056-6306-79CD-8E63-1B1F4611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Von Neumann Architecture</a:t>
            </a:r>
          </a:p>
        </p:txBody>
      </p:sp>
      <p:pic>
        <p:nvPicPr>
          <p:cNvPr id="5122" name="Picture 2" descr="Von Neumann Architecture - Computer Science GCSE GURU">
            <a:extLst>
              <a:ext uri="{FF2B5EF4-FFF2-40B4-BE49-F238E27FC236}">
                <a16:creationId xmlns:a16="http://schemas.microsoft.com/office/drawing/2014/main" id="{ECDA872D-7F46-E798-8145-AFE7463D0C2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43" y="2339975"/>
            <a:ext cx="5091340" cy="3563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E8DF7ECF-3711-0F49-D64E-1C6A6F2CBBAC}"/>
              </a:ext>
            </a:extLst>
          </p:cNvPr>
          <p:cNvSpPr txBox="1">
            <a:spLocks/>
          </p:cNvSpPr>
          <p:nvPr/>
        </p:nvSpPr>
        <p:spPr>
          <a:xfrm>
            <a:off x="6095999" y="2340131"/>
            <a:ext cx="4920079" cy="3564436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Key characteristics</a:t>
            </a:r>
          </a:p>
          <a:p>
            <a:r>
              <a:rPr lang="en-US" b="1" dirty="0"/>
              <a:t>A single memory unit</a:t>
            </a:r>
            <a:br>
              <a:rPr lang="en-US" dirty="0"/>
            </a:br>
            <a:r>
              <a:rPr lang="en-US" dirty="0"/>
              <a:t>Stores </a:t>
            </a:r>
            <a:r>
              <a:rPr lang="en-US" b="1" dirty="0"/>
              <a:t>both program instructions and data</a:t>
            </a:r>
            <a:r>
              <a:rPr lang="en-US" dirty="0"/>
              <a:t>.</a:t>
            </a:r>
          </a:p>
          <a:p>
            <a:r>
              <a:rPr lang="en-US" b="1" dirty="0"/>
              <a:t>Central Processing Unit (CPU)</a:t>
            </a:r>
            <a:r>
              <a:rPr lang="en-US" dirty="0"/>
              <a:t>, composed of:</a:t>
            </a:r>
          </a:p>
          <a:p>
            <a:pPr lvl="1"/>
            <a:r>
              <a:rPr lang="en-US" b="1" dirty="0"/>
              <a:t>Arithmetic Logic Unit (ALU)</a:t>
            </a:r>
            <a:br>
              <a:rPr lang="en-US" dirty="0"/>
            </a:br>
            <a:r>
              <a:rPr lang="en-US" dirty="0"/>
              <a:t>Performs arithmetic operations and logical comparisons.</a:t>
            </a:r>
          </a:p>
          <a:p>
            <a:pPr lvl="1"/>
            <a:r>
              <a:rPr lang="en-US" b="1" dirty="0"/>
              <a:t>Control Unit (CU)</a:t>
            </a:r>
            <a:br>
              <a:rPr lang="en-US" dirty="0"/>
            </a:br>
            <a:r>
              <a:rPr lang="en-US" dirty="0"/>
              <a:t>Fetches instructions from memory and </a:t>
            </a:r>
            <a:r>
              <a:rPr lang="en-US" b="1" dirty="0"/>
              <a:t>orchestrates the flow of data</a:t>
            </a:r>
            <a:r>
              <a:rPr lang="en-US" dirty="0"/>
              <a:t> between memory, registers, and the ALU.</a:t>
            </a:r>
          </a:p>
          <a:p>
            <a:pPr lvl="1"/>
            <a:r>
              <a:rPr lang="en-US" b="1" dirty="0"/>
              <a:t>Registers</a:t>
            </a:r>
            <a:br>
              <a:rPr lang="en-US" dirty="0"/>
            </a:br>
            <a:r>
              <a:rPr lang="en-US" dirty="0"/>
              <a:t>Small, fast storage locations used during instruction execution (e.g., </a:t>
            </a:r>
            <a:r>
              <a:rPr lang="en-US" b="1" dirty="0"/>
              <a:t>PC, MAR, MDR, CIR, ACC</a:t>
            </a:r>
            <a:r>
              <a:rPr lang="en-US" dirty="0"/>
              <a:t>).</a:t>
            </a:r>
          </a:p>
          <a:p>
            <a:r>
              <a:rPr lang="en-US" b="1" dirty="0"/>
              <a:t>A single shared bus</a:t>
            </a:r>
            <a:br>
              <a:rPr lang="en-US" dirty="0"/>
            </a:br>
            <a:r>
              <a:rPr lang="en-US" dirty="0"/>
              <a:t>Used to transfer </a:t>
            </a:r>
            <a:r>
              <a:rPr lang="en-US" b="1" dirty="0"/>
              <a:t>data and instructions</a:t>
            </a:r>
            <a:r>
              <a:rPr lang="en-US" dirty="0"/>
              <a:t> between the CPU and memory</a:t>
            </a:r>
            <a:br>
              <a:rPr lang="en-US" dirty="0"/>
            </a:br>
            <a:r>
              <a:rPr lang="en-US" dirty="0"/>
              <a:t>→ leads to the </a:t>
            </a:r>
            <a:r>
              <a:rPr lang="en-US" b="1" dirty="0"/>
              <a:t>Von Neumann bottleneck</a:t>
            </a:r>
            <a:r>
              <a:rPr lang="en-US" dirty="0"/>
              <a:t>.</a:t>
            </a:r>
          </a:p>
          <a:p>
            <a:r>
              <a:rPr lang="en-US" b="1" dirty="0"/>
              <a:t>Sequential execution model</a:t>
            </a:r>
            <a:br>
              <a:rPr lang="en-US" dirty="0"/>
            </a:br>
            <a:r>
              <a:rPr lang="en-US" dirty="0"/>
              <a:t>Instructions follow the </a:t>
            </a:r>
            <a:r>
              <a:rPr lang="en-US" b="1" dirty="0"/>
              <a:t>fetch → decode → execute</a:t>
            </a:r>
            <a:r>
              <a:rPr lang="en-US" dirty="0"/>
              <a:t> cycle.</a:t>
            </a:r>
          </a:p>
        </p:txBody>
      </p:sp>
    </p:spTree>
    <p:extLst>
      <p:ext uri="{BB962C8B-B14F-4D97-AF65-F5344CB8AC3E}">
        <p14:creationId xmlns:p14="http://schemas.microsoft.com/office/powerpoint/2010/main" val="3544393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A343D-C610-B6A9-DC02-EF1FD465D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4B11B1-4373-98DC-DB17-AD9E50914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Harvard Architecture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163181AB-BD0F-E792-1D92-58E529F58BDE}"/>
              </a:ext>
            </a:extLst>
          </p:cNvPr>
          <p:cNvSpPr txBox="1">
            <a:spLocks/>
          </p:cNvSpPr>
          <p:nvPr/>
        </p:nvSpPr>
        <p:spPr>
          <a:xfrm>
            <a:off x="6095999" y="2340131"/>
            <a:ext cx="4920079" cy="356443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Key characteristics</a:t>
            </a:r>
          </a:p>
          <a:p>
            <a:r>
              <a:rPr lang="en-US" b="1" dirty="0"/>
              <a:t>Two distinct memory units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Instruction Memory</a:t>
            </a:r>
            <a:r>
              <a:rPr lang="en-US" dirty="0"/>
              <a:t> → stores program instructions</a:t>
            </a:r>
          </a:p>
          <a:p>
            <a:pPr lvl="1"/>
            <a:r>
              <a:rPr lang="en-US" b="1" dirty="0"/>
              <a:t>Data Memory</a:t>
            </a:r>
            <a:r>
              <a:rPr lang="en-US" dirty="0"/>
              <a:t> → stores data only</a:t>
            </a:r>
          </a:p>
          <a:p>
            <a:r>
              <a:rPr lang="en-US" b="1" dirty="0"/>
              <a:t>Central Processing Unit (CPU)</a:t>
            </a:r>
            <a:r>
              <a:rPr lang="en-US" dirty="0"/>
              <a:t>, composed of:</a:t>
            </a:r>
          </a:p>
          <a:p>
            <a:pPr lvl="1"/>
            <a:r>
              <a:rPr lang="en-US" b="1" dirty="0"/>
              <a:t>Control Unit (CU)</a:t>
            </a:r>
            <a:br>
              <a:rPr lang="en-US" dirty="0"/>
            </a:br>
            <a:r>
              <a:rPr lang="en-US" dirty="0"/>
              <a:t>Emphasizes instruction fetching from </a:t>
            </a:r>
            <a:r>
              <a:rPr lang="en-US" b="1" dirty="0"/>
              <a:t>instruction memory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Arithmetic Logic Unit (ALU)</a:t>
            </a:r>
            <a:br>
              <a:rPr lang="en-US" dirty="0"/>
            </a:br>
            <a:r>
              <a:rPr lang="en-US" dirty="0"/>
              <a:t>Executes operations using operands from </a:t>
            </a:r>
            <a:r>
              <a:rPr lang="en-US" b="1" dirty="0"/>
              <a:t>data memory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Registers</a:t>
            </a:r>
            <a:br>
              <a:rPr lang="en-US" dirty="0"/>
            </a:br>
            <a:r>
              <a:rPr lang="en-US" dirty="0"/>
              <a:t>Hold instructions, addresses, and intermediate results during execution.</a:t>
            </a:r>
          </a:p>
          <a:p>
            <a:r>
              <a:rPr lang="en-US" b="1" dirty="0"/>
              <a:t>Separate buses for data and instructions</a:t>
            </a:r>
            <a:br>
              <a:rPr lang="en-US" dirty="0"/>
            </a:br>
            <a:r>
              <a:rPr lang="en-US" dirty="0"/>
              <a:t>→ allows </a:t>
            </a:r>
            <a:r>
              <a:rPr lang="en-US" b="1" dirty="0"/>
              <a:t>simultaneous access</a:t>
            </a:r>
            <a:r>
              <a:rPr lang="en-US" dirty="0"/>
              <a:t> to instructions and data.</a:t>
            </a:r>
          </a:p>
          <a:p>
            <a:r>
              <a:rPr lang="en-US" b="1" dirty="0"/>
              <a:t>Higher throughput than pure Von Neumann</a:t>
            </a:r>
            <a:br>
              <a:rPr lang="en-US" dirty="0"/>
            </a:br>
            <a:r>
              <a:rPr lang="en-US" dirty="0"/>
              <a:t>→ no Von Neumann bottleneck.</a:t>
            </a:r>
          </a:p>
        </p:txBody>
      </p:sp>
      <p:pic>
        <p:nvPicPr>
          <p:cNvPr id="6158" name="Picture 14">
            <a:extLst>
              <a:ext uri="{FF2B5EF4-FFF2-40B4-BE49-F238E27FC236}">
                <a16:creationId xmlns:a16="http://schemas.microsoft.com/office/drawing/2014/main" id="{4BD9A2E3-C376-093A-25C3-F77CC499B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47" y="2340131"/>
            <a:ext cx="5825512" cy="291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0727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2EE07-3919-9A5B-057C-E37D66099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96F536-158B-8983-A492-4BCCB683D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Von Neumann vs Harvard</a:t>
            </a:r>
          </a:p>
        </p:txBody>
      </p:sp>
      <p:pic>
        <p:nvPicPr>
          <p:cNvPr id="10" name="Image 9" descr="Une image contenant texte, capture d’écran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603711C1-670C-DE3E-D5A0-AD108D40A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763" y="2348346"/>
            <a:ext cx="3416941" cy="2484335"/>
          </a:xfrm>
          <a:prstGeom prst="rect">
            <a:avLst/>
          </a:prstGeom>
        </p:spPr>
      </p:pic>
      <p:pic>
        <p:nvPicPr>
          <p:cNvPr id="12" name="Image 11" descr="Une image contenant texte, capture d’écran, ligne, Rectangle&#10;&#10;Le contenu généré par l’IA peut être incorrect.">
            <a:extLst>
              <a:ext uri="{FF2B5EF4-FFF2-40B4-BE49-F238E27FC236}">
                <a16:creationId xmlns:a16="http://schemas.microsoft.com/office/drawing/2014/main" id="{2E6C6F9A-2691-3919-8EBE-56D10F259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952" y="2348346"/>
            <a:ext cx="4747671" cy="2484335"/>
          </a:xfrm>
          <a:prstGeom prst="rect">
            <a:avLst/>
          </a:prstGeom>
        </p:spPr>
      </p:pic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A93E1E3A-3C7F-7D4F-32B3-7D8F361F49F6}"/>
              </a:ext>
            </a:extLst>
          </p:cNvPr>
          <p:cNvSpPr txBox="1">
            <a:spLocks/>
          </p:cNvSpPr>
          <p:nvPr/>
        </p:nvSpPr>
        <p:spPr>
          <a:xfrm>
            <a:off x="905763" y="5481741"/>
            <a:ext cx="3416941" cy="394273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 single shared path for both instructions and data</a:t>
            </a:r>
            <a:endParaRPr lang="fr-FR" dirty="0"/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02376F0A-7549-725D-4065-86AB9C6A015A}"/>
              </a:ext>
            </a:extLst>
          </p:cNvPr>
          <p:cNvSpPr txBox="1">
            <a:spLocks/>
          </p:cNvSpPr>
          <p:nvPr/>
        </p:nvSpPr>
        <p:spPr>
          <a:xfrm>
            <a:off x="7957665" y="5481741"/>
            <a:ext cx="2720938" cy="3942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/>
              <a:t>Two separate paths for simultaneous access</a:t>
            </a:r>
            <a:endParaRPr lang="fr-FR" sz="1100" dirty="0"/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2EF0C8E7-36FB-A88F-3ACA-7C3F7096C545}"/>
              </a:ext>
            </a:extLst>
          </p:cNvPr>
          <p:cNvSpPr txBox="1">
            <a:spLocks/>
          </p:cNvSpPr>
          <p:nvPr/>
        </p:nvSpPr>
        <p:spPr>
          <a:xfrm>
            <a:off x="691079" y="6211562"/>
            <a:ext cx="10550742" cy="39427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Code impact: </a:t>
            </a:r>
            <a:r>
              <a:rPr lang="en-US" dirty="0"/>
              <a:t>performance is primarily limited by data movement speed rather than computation speed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75518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477AC-641E-2828-7E66-AD0123D7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diagramme, ligne">
            <a:extLst>
              <a:ext uri="{FF2B5EF4-FFF2-40B4-BE49-F238E27FC236}">
                <a16:creationId xmlns:a16="http://schemas.microsoft.com/office/drawing/2014/main" id="{1F2D442B-EB97-5F5A-5AF2-BD9749961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520" y="2005113"/>
            <a:ext cx="7618959" cy="4126936"/>
          </a:xfrm>
          <a:prstGeom prst="rect">
            <a:avLst/>
          </a:prstGeom>
        </p:spPr>
      </p:pic>
      <p:sp>
        <p:nvSpPr>
          <p:cNvPr id="12" name="Titre 1">
            <a:extLst>
              <a:ext uri="{FF2B5EF4-FFF2-40B4-BE49-F238E27FC236}">
                <a16:creationId xmlns:a16="http://schemas.microsoft.com/office/drawing/2014/main" id="{BB6751A9-E8D6-83BB-0FC8-334DEB584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</p:spPr>
        <p:txBody>
          <a:bodyPr>
            <a:normAutofit/>
          </a:bodyPr>
          <a:lstStyle/>
          <a:p>
            <a:r>
              <a:rPr lang="fr-FR" dirty="0" err="1"/>
              <a:t>Parallel</a:t>
            </a:r>
            <a:r>
              <a:rPr lang="fr-FR" dirty="0"/>
              <a:t> </a:t>
            </a:r>
            <a:r>
              <a:rPr lang="fr-FR" dirty="0" err="1"/>
              <a:t>processing</a:t>
            </a:r>
            <a:r>
              <a:rPr lang="fr-FR" dirty="0"/>
              <a:t> </a:t>
            </a:r>
            <a:r>
              <a:rPr lang="fr-FR" dirty="0" err="1"/>
              <a:t>models</a:t>
            </a:r>
            <a:br>
              <a:rPr lang="fr-FR" dirty="0"/>
            </a:br>
            <a:r>
              <a:rPr lang="fr-FR" dirty="0"/>
              <a:t>(SISD, SIMD, MISD, MIMD)</a:t>
            </a:r>
          </a:p>
        </p:txBody>
      </p:sp>
    </p:spTree>
    <p:extLst>
      <p:ext uri="{BB962C8B-B14F-4D97-AF65-F5344CB8AC3E}">
        <p14:creationId xmlns:p14="http://schemas.microsoft.com/office/powerpoint/2010/main" val="2247663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6E43D-B11C-F60D-C545-A170FD531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4E869DF6-ED86-DC7D-8F62-2FD6D9A4A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</p:spPr>
        <p:txBody>
          <a:bodyPr>
            <a:normAutofit/>
          </a:bodyPr>
          <a:lstStyle/>
          <a:p>
            <a:r>
              <a:rPr lang="fr-FR" dirty="0" err="1"/>
              <a:t>Parallel</a:t>
            </a:r>
            <a:r>
              <a:rPr lang="fr-FR" dirty="0"/>
              <a:t> </a:t>
            </a:r>
            <a:r>
              <a:rPr lang="fr-FR" dirty="0" err="1"/>
              <a:t>processing</a:t>
            </a:r>
            <a:r>
              <a:rPr lang="fr-FR" dirty="0"/>
              <a:t> </a:t>
            </a:r>
            <a:r>
              <a:rPr lang="fr-FR" dirty="0" err="1"/>
              <a:t>models</a:t>
            </a:r>
            <a:br>
              <a:rPr lang="fr-FR" dirty="0"/>
            </a:br>
            <a:r>
              <a:rPr lang="fr-FR" dirty="0"/>
              <a:t>(SISD, SIMD, MISD, MIMD)</a:t>
            </a:r>
          </a:p>
        </p:txBody>
      </p:sp>
      <p:pic>
        <p:nvPicPr>
          <p:cNvPr id="3" name="Image 2" descr="Une image contenant texte, capture d’écran, diagramme, Police">
            <a:extLst>
              <a:ext uri="{FF2B5EF4-FFF2-40B4-BE49-F238E27FC236}">
                <a16:creationId xmlns:a16="http://schemas.microsoft.com/office/drawing/2014/main" id="{6ABB70CD-DD6A-25E7-4D2D-1506CFED6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855" y="2357036"/>
            <a:ext cx="7101148" cy="3553708"/>
          </a:xfrm>
          <a:prstGeom prst="rect">
            <a:avLst/>
          </a:prstGeom>
        </p:spPr>
      </p:pic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1FFEBD7C-13C9-D564-B5A1-49F90E8F035C}"/>
              </a:ext>
            </a:extLst>
          </p:cNvPr>
          <p:cNvSpPr txBox="1">
            <a:spLocks/>
          </p:cNvSpPr>
          <p:nvPr/>
        </p:nvSpPr>
        <p:spPr>
          <a:xfrm>
            <a:off x="449580" y="5775960"/>
            <a:ext cx="11087099" cy="10820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Code impact:</a:t>
            </a:r>
            <a:endParaRPr lang="fr-FR" dirty="0"/>
          </a:p>
          <a:p>
            <a:pPr lvl="1"/>
            <a:r>
              <a:rPr lang="fr-FR" dirty="0"/>
              <a:t>SIMD (</a:t>
            </a:r>
            <a:r>
              <a:rPr lang="fr-FR" dirty="0" err="1"/>
              <a:t>GPUs</a:t>
            </a:r>
            <a:r>
              <a:rPr lang="fr-FR" dirty="0"/>
              <a:t>) : structure </a:t>
            </a:r>
            <a:r>
              <a:rPr lang="fr-FR" dirty="0" err="1"/>
              <a:t>algorithms</a:t>
            </a:r>
            <a:r>
              <a:rPr lang="fr-FR" dirty="0"/>
              <a:t> to expose </a:t>
            </a:r>
            <a:r>
              <a:rPr lang="fr-FR" dirty="0" err="1"/>
              <a:t>parallelism</a:t>
            </a:r>
            <a:r>
              <a:rPr lang="fr-FR" dirty="0"/>
              <a:t> &amp; use </a:t>
            </a:r>
            <a:r>
              <a:rPr lang="fr-FR" dirty="0" err="1"/>
              <a:t>vectorized</a:t>
            </a:r>
            <a:r>
              <a:rPr lang="fr-FR" dirty="0"/>
              <a:t> </a:t>
            </a:r>
            <a:r>
              <a:rPr lang="fr-FR" dirty="0" err="1"/>
              <a:t>operations</a:t>
            </a:r>
            <a:r>
              <a:rPr lang="fr-FR" dirty="0"/>
              <a:t> </a:t>
            </a:r>
          </a:p>
          <a:p>
            <a:pPr lvl="1"/>
            <a:r>
              <a:rPr lang="fr-FR" dirty="0"/>
              <a:t>MIMD (multi-</a:t>
            </a:r>
            <a:r>
              <a:rPr lang="fr-FR" dirty="0" err="1"/>
              <a:t>core</a:t>
            </a:r>
            <a:r>
              <a:rPr lang="fr-FR" dirty="0"/>
              <a:t> </a:t>
            </a:r>
            <a:r>
              <a:rPr lang="fr-FR" dirty="0" err="1"/>
              <a:t>CPUs</a:t>
            </a:r>
            <a:r>
              <a:rPr lang="fr-FR" dirty="0"/>
              <a:t>)  : </a:t>
            </a:r>
            <a:r>
              <a:rPr lang="fr-FR" dirty="0" err="1"/>
              <a:t>Task</a:t>
            </a:r>
            <a:r>
              <a:rPr lang="fr-FR" dirty="0"/>
              <a:t>/thread </a:t>
            </a:r>
            <a:r>
              <a:rPr lang="fr-FR" dirty="0" err="1"/>
              <a:t>parallelism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4215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3FF76-A757-63BE-9FD6-C38F672AE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3B7CFAD1-5D20-3CC9-88A7-570D44B1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</p:spPr>
        <p:txBody>
          <a:bodyPr>
            <a:normAutofit/>
          </a:bodyPr>
          <a:lstStyle/>
          <a:p>
            <a:r>
              <a:rPr lang="fr-FR" dirty="0" err="1"/>
              <a:t>Parallel</a:t>
            </a:r>
            <a:r>
              <a:rPr lang="fr-FR" dirty="0"/>
              <a:t> </a:t>
            </a:r>
            <a:r>
              <a:rPr lang="fr-FR" dirty="0" err="1"/>
              <a:t>processing</a:t>
            </a:r>
            <a:r>
              <a:rPr lang="fr-FR" dirty="0"/>
              <a:t> </a:t>
            </a:r>
            <a:r>
              <a:rPr lang="fr-FR" dirty="0" err="1"/>
              <a:t>models</a:t>
            </a:r>
            <a:br>
              <a:rPr lang="fr-FR" dirty="0"/>
            </a:br>
            <a:r>
              <a:rPr lang="fr-FR" dirty="0"/>
              <a:t>(SISD, SIMD, MISD, MIMD)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2536AE5C-10F2-5BF7-A89B-3E16F0828DA2}"/>
              </a:ext>
            </a:extLst>
          </p:cNvPr>
          <p:cNvSpPr txBox="1">
            <a:spLocks/>
          </p:cNvSpPr>
          <p:nvPr/>
        </p:nvSpPr>
        <p:spPr>
          <a:xfrm>
            <a:off x="449580" y="5775960"/>
            <a:ext cx="11087099" cy="10820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Code impact:</a:t>
            </a:r>
            <a:endParaRPr lang="fr-FR" dirty="0"/>
          </a:p>
          <a:p>
            <a:pPr lvl="1"/>
            <a:r>
              <a:rPr lang="fr-FR" dirty="0"/>
              <a:t>SIMD (</a:t>
            </a:r>
            <a:r>
              <a:rPr lang="fr-FR" dirty="0" err="1"/>
              <a:t>GPUs</a:t>
            </a:r>
            <a:r>
              <a:rPr lang="fr-FR" dirty="0"/>
              <a:t>) : structure </a:t>
            </a:r>
            <a:r>
              <a:rPr lang="fr-FR" dirty="0" err="1"/>
              <a:t>algorithms</a:t>
            </a:r>
            <a:r>
              <a:rPr lang="fr-FR" dirty="0"/>
              <a:t> to expose </a:t>
            </a:r>
            <a:r>
              <a:rPr lang="fr-FR" dirty="0" err="1"/>
              <a:t>parallelism</a:t>
            </a:r>
            <a:r>
              <a:rPr lang="fr-FR" dirty="0"/>
              <a:t> &amp; use </a:t>
            </a:r>
            <a:r>
              <a:rPr lang="fr-FR" dirty="0" err="1"/>
              <a:t>vectorized</a:t>
            </a:r>
            <a:r>
              <a:rPr lang="fr-FR" dirty="0"/>
              <a:t> </a:t>
            </a:r>
            <a:r>
              <a:rPr lang="fr-FR" dirty="0" err="1"/>
              <a:t>operations</a:t>
            </a:r>
            <a:r>
              <a:rPr lang="fr-FR" dirty="0"/>
              <a:t> </a:t>
            </a:r>
          </a:p>
          <a:p>
            <a:pPr lvl="1"/>
            <a:r>
              <a:rPr lang="fr-FR" dirty="0"/>
              <a:t>MIMD (multi-</a:t>
            </a:r>
            <a:r>
              <a:rPr lang="fr-FR" dirty="0" err="1"/>
              <a:t>core</a:t>
            </a:r>
            <a:r>
              <a:rPr lang="fr-FR" dirty="0"/>
              <a:t> </a:t>
            </a:r>
            <a:r>
              <a:rPr lang="fr-FR" dirty="0" err="1"/>
              <a:t>CPUs</a:t>
            </a:r>
            <a:r>
              <a:rPr lang="fr-FR" dirty="0"/>
              <a:t>)  : </a:t>
            </a:r>
            <a:r>
              <a:rPr lang="fr-FR" dirty="0" err="1"/>
              <a:t>Task</a:t>
            </a:r>
            <a:r>
              <a:rPr lang="fr-FR" dirty="0"/>
              <a:t>/thread </a:t>
            </a:r>
            <a:r>
              <a:rPr lang="fr-FR" dirty="0" err="1"/>
              <a:t>parallelism</a:t>
            </a:r>
            <a:endParaRPr lang="fr-FR" dirty="0"/>
          </a:p>
        </p:txBody>
      </p:sp>
      <p:pic>
        <p:nvPicPr>
          <p:cNvPr id="6" name="Image 5" descr="Une image contenant texte, capture d’écran, diagramme, Police">
            <a:extLst>
              <a:ext uri="{FF2B5EF4-FFF2-40B4-BE49-F238E27FC236}">
                <a16:creationId xmlns:a16="http://schemas.microsoft.com/office/drawing/2014/main" id="{C02AF8BC-1470-8DAB-ACDB-B2E0DED24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855" y="2357036"/>
            <a:ext cx="7101148" cy="3553708"/>
          </a:xfrm>
          <a:prstGeom prst="rect">
            <a:avLst/>
          </a:prstGeom>
        </p:spPr>
      </p:pic>
      <p:pic>
        <p:nvPicPr>
          <p:cNvPr id="5" name="Image 4" descr="Une image contenant texte, capture d’écran, Police, diagramme">
            <a:extLst>
              <a:ext uri="{FF2B5EF4-FFF2-40B4-BE49-F238E27FC236}">
                <a16:creationId xmlns:a16="http://schemas.microsoft.com/office/drawing/2014/main" id="{2DAF959F-1060-D108-9141-31E95C7718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855" y="2357036"/>
            <a:ext cx="7101148" cy="355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32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0577F-C07E-5DDC-1194-CBA8E45EF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2B88D533-B39A-CB0F-B91A-A352EE5A6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</p:spPr>
        <p:txBody>
          <a:bodyPr/>
          <a:lstStyle/>
          <a:p>
            <a:r>
              <a:rPr lang="fr-FR" dirty="0"/>
              <a:t>CPU Instruction Pipeline 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03E6234E-1664-5458-D275-3F3C5865B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10325000" cy="3564436"/>
          </a:xfrm>
        </p:spPr>
        <p:txBody>
          <a:bodyPr>
            <a:normAutofit/>
          </a:bodyPr>
          <a:lstStyle/>
          <a:p>
            <a:r>
              <a:rPr lang="en-US" dirty="0"/>
              <a:t>Modern processors typically use a </a:t>
            </a:r>
            <a:r>
              <a:rPr lang="en-US" b="1" dirty="0"/>
              <a:t>multi-stage instruction pipeline</a:t>
            </a:r>
            <a:r>
              <a:rPr lang="en-US" dirty="0"/>
              <a:t> to improve throughput by overlapping work on multiple instructions. A widely used model has </a:t>
            </a:r>
            <a:r>
              <a:rPr lang="en-US" b="1" dirty="0"/>
              <a:t>five main stages</a:t>
            </a:r>
            <a:r>
              <a:rPr lang="en-US" dirty="0"/>
              <a:t>: </a:t>
            </a:r>
            <a:endParaRPr lang="fr-FR" dirty="0"/>
          </a:p>
        </p:txBody>
      </p:sp>
      <p:pic>
        <p:nvPicPr>
          <p:cNvPr id="3" name="Image 2" descr="Une image contenant texte, capture d’écran, Police, nombre">
            <a:extLst>
              <a:ext uri="{FF2B5EF4-FFF2-40B4-BE49-F238E27FC236}">
                <a16:creationId xmlns:a16="http://schemas.microsoft.com/office/drawing/2014/main" id="{3E316472-7CAF-D132-6523-97B665EA6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760387"/>
            <a:ext cx="975360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077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98244-65A3-C397-956D-647C8E9DF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ACADCAFF-427F-AAD3-C085-0B995ACF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</p:spPr>
        <p:txBody>
          <a:bodyPr/>
          <a:lstStyle/>
          <a:p>
            <a:r>
              <a:rPr lang="fr-FR" dirty="0" err="1"/>
              <a:t>Benefits</a:t>
            </a:r>
            <a:r>
              <a:rPr lang="fr-FR" dirty="0"/>
              <a:t> of Instruction Pipelining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EC88AD1B-5E99-C0CF-B29E-F0C5E0393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0560" y="2354531"/>
            <a:ext cx="3711918" cy="3564436"/>
          </a:xfrm>
        </p:spPr>
        <p:txBody>
          <a:bodyPr>
            <a:normAutofit/>
          </a:bodyPr>
          <a:lstStyle/>
          <a:p>
            <a:r>
              <a:rPr lang="fr-FR" sz="1100" dirty="0"/>
              <a:t>Key </a:t>
            </a:r>
            <a:r>
              <a:rPr lang="fr-FR" sz="1100" dirty="0" err="1"/>
              <a:t>benefits</a:t>
            </a:r>
            <a:endParaRPr lang="fr-FR" sz="1100" dirty="0"/>
          </a:p>
          <a:p>
            <a:r>
              <a:rPr lang="fr-FR" sz="1100" dirty="0" err="1"/>
              <a:t>Higher</a:t>
            </a:r>
            <a:r>
              <a:rPr lang="fr-FR" sz="1100" dirty="0"/>
              <a:t> </a:t>
            </a:r>
            <a:r>
              <a:rPr lang="fr-FR" sz="1100" dirty="0" err="1"/>
              <a:t>throughput</a:t>
            </a:r>
            <a:br>
              <a:rPr lang="fr-FR" sz="1100" dirty="0"/>
            </a:br>
            <a:r>
              <a:rPr lang="fr-FR" sz="1100" dirty="0" err="1"/>
              <a:t>After</a:t>
            </a:r>
            <a:r>
              <a:rPr lang="fr-FR" sz="1100" dirty="0"/>
              <a:t> the pipeline </a:t>
            </a:r>
            <a:r>
              <a:rPr lang="fr-FR" sz="1100" dirty="0" err="1"/>
              <a:t>is</a:t>
            </a:r>
            <a:r>
              <a:rPr lang="fr-FR" sz="1100" dirty="0"/>
              <a:t> </a:t>
            </a:r>
            <a:r>
              <a:rPr lang="fr-FR" sz="1100" dirty="0" err="1"/>
              <a:t>filled</a:t>
            </a:r>
            <a:r>
              <a:rPr lang="fr-FR" sz="1100" dirty="0"/>
              <a:t>, the CPU </a:t>
            </a:r>
            <a:r>
              <a:rPr lang="fr-FR" sz="1100" dirty="0" err="1"/>
              <a:t>completes</a:t>
            </a:r>
            <a:r>
              <a:rPr lang="fr-FR" sz="1100" dirty="0"/>
              <a:t> 1 instruction per </a:t>
            </a:r>
            <a:r>
              <a:rPr lang="fr-FR" sz="1100" dirty="0" err="1"/>
              <a:t>clock</a:t>
            </a:r>
            <a:r>
              <a:rPr lang="fr-FR" sz="1100" dirty="0"/>
              <a:t> cycle.</a:t>
            </a:r>
          </a:p>
          <a:p>
            <a:r>
              <a:rPr lang="fr-FR" sz="1100" dirty="0" err="1"/>
              <a:t>Reduced</a:t>
            </a:r>
            <a:r>
              <a:rPr lang="fr-FR" sz="1100" dirty="0"/>
              <a:t> CPI (Cycles Per Instruction)</a:t>
            </a:r>
          </a:p>
          <a:p>
            <a:pPr lvl="1"/>
            <a:r>
              <a:rPr lang="fr-FR" sz="1100" dirty="0" err="1"/>
              <a:t>Unpipelined</a:t>
            </a:r>
            <a:r>
              <a:rPr lang="fr-FR" sz="1100" dirty="0"/>
              <a:t> </a:t>
            </a:r>
            <a:r>
              <a:rPr lang="fr-FR" sz="1100" dirty="0" err="1"/>
              <a:t>execution</a:t>
            </a:r>
            <a:r>
              <a:rPr lang="fr-FR" sz="1100" dirty="0"/>
              <a:t>: CPI ≈ 5</a:t>
            </a:r>
          </a:p>
          <a:p>
            <a:pPr lvl="1"/>
            <a:r>
              <a:rPr lang="fr-FR" sz="1100" dirty="0"/>
              <a:t>Ideal </a:t>
            </a:r>
            <a:r>
              <a:rPr lang="fr-FR" sz="1100" dirty="0" err="1"/>
              <a:t>pipelined</a:t>
            </a:r>
            <a:r>
              <a:rPr lang="fr-FR" sz="1100" dirty="0"/>
              <a:t> </a:t>
            </a:r>
            <a:r>
              <a:rPr lang="fr-FR" sz="1100" dirty="0" err="1"/>
              <a:t>execution</a:t>
            </a:r>
            <a:r>
              <a:rPr lang="fr-FR" sz="1100" dirty="0"/>
              <a:t>: CPI ≈ 1</a:t>
            </a:r>
          </a:p>
          <a:p>
            <a:r>
              <a:rPr lang="fr-FR" sz="1100" dirty="0" err="1"/>
              <a:t>Better</a:t>
            </a:r>
            <a:r>
              <a:rPr lang="fr-FR" sz="1100" dirty="0"/>
              <a:t> hardware </a:t>
            </a:r>
            <a:r>
              <a:rPr lang="fr-FR" sz="1100" dirty="0" err="1"/>
              <a:t>utilization</a:t>
            </a:r>
            <a:br>
              <a:rPr lang="fr-FR" sz="1100" dirty="0"/>
            </a:br>
            <a:r>
              <a:rPr lang="fr-FR" sz="1100" dirty="0"/>
              <a:t>Multiple pipeline stages (IF, ID, EX, MEM, WB) </a:t>
            </a:r>
            <a:r>
              <a:rPr lang="fr-FR" sz="1100" dirty="0" err="1"/>
              <a:t>operate</a:t>
            </a:r>
            <a:r>
              <a:rPr lang="fr-FR" sz="1100" dirty="0"/>
              <a:t> in </a:t>
            </a:r>
            <a:r>
              <a:rPr lang="fr-FR" sz="1100" dirty="0" err="1"/>
              <a:t>parallel</a:t>
            </a:r>
            <a:r>
              <a:rPr lang="fr-FR" sz="1100" dirty="0"/>
              <a:t>.</a:t>
            </a:r>
          </a:p>
        </p:txBody>
      </p:sp>
      <p:pic>
        <p:nvPicPr>
          <p:cNvPr id="4" name="Image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765C2F21-9975-347D-0570-C4F1AE874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22" y="2168413"/>
            <a:ext cx="8019231" cy="457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21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5D072-4BFB-4DAC-E015-0AEEF21AA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619269AF-8B07-DEA8-5D7B-130658BAE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</p:spPr>
        <p:txBody>
          <a:bodyPr/>
          <a:lstStyle/>
          <a:p>
            <a:r>
              <a:rPr lang="fr-FR" dirty="0"/>
              <a:t>Pipeline </a:t>
            </a:r>
            <a:r>
              <a:rPr lang="fr-FR" dirty="0" err="1"/>
              <a:t>Implementation</a:t>
            </a:r>
            <a:endParaRPr lang="fr-FR" dirty="0"/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B43A5B5D-356D-5266-1536-53067AD92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3496" y="2354531"/>
            <a:ext cx="4408982" cy="356443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Pipelining is implemented by </a:t>
            </a:r>
            <a:r>
              <a:rPr lang="en-US" b="1" dirty="0"/>
              <a:t>adding registers between stages</a:t>
            </a:r>
            <a:r>
              <a:rPr lang="en-US" dirty="0"/>
              <a:t>.</a:t>
            </a:r>
          </a:p>
          <a:p>
            <a:r>
              <a:rPr lang="en-US" b="1" dirty="0"/>
              <a:t>Pipeline registers</a:t>
            </a:r>
            <a:r>
              <a:rPr lang="en-US" dirty="0"/>
              <a:t> temporarily hold </a:t>
            </a:r>
            <a:r>
              <a:rPr lang="en-US" b="1" dirty="0"/>
              <a:t>data and control signals</a:t>
            </a:r>
            <a:r>
              <a:rPr lang="en-US" dirty="0"/>
              <a:t> produced in an early stage for use in later stages.</a:t>
            </a:r>
          </a:p>
          <a:p>
            <a:r>
              <a:rPr lang="en-US" dirty="0"/>
              <a:t>Signals last for </a:t>
            </a:r>
            <a:r>
              <a:rPr lang="en-US" b="1" dirty="0"/>
              <a:t>only one clock cycle</a:t>
            </a:r>
            <a:r>
              <a:rPr lang="en-US" dirty="0"/>
              <a:t>.</a:t>
            </a:r>
          </a:p>
          <a:p>
            <a:r>
              <a:rPr lang="en-US" dirty="0"/>
              <a:t>Signals needed in later stages must pass through </a:t>
            </a:r>
            <a:r>
              <a:rPr lang="en-US" b="1" dirty="0"/>
              <a:t>all intermediate pipeline registers</a:t>
            </a:r>
            <a:r>
              <a:rPr lang="en-US" dirty="0"/>
              <a:t>.</a:t>
            </a:r>
          </a:p>
        </p:txBody>
      </p:sp>
      <p:pic>
        <p:nvPicPr>
          <p:cNvPr id="5" name="Image 4" descr="Une image contenant texte, capture d’écran, Police, ligne">
            <a:extLst>
              <a:ext uri="{FF2B5EF4-FFF2-40B4-BE49-F238E27FC236}">
                <a16:creationId xmlns:a16="http://schemas.microsoft.com/office/drawing/2014/main" id="{B5A537DE-D05E-256C-C18F-CF24C54ED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22" y="4531827"/>
            <a:ext cx="7259583" cy="1885790"/>
          </a:xfrm>
          <a:prstGeom prst="rect">
            <a:avLst/>
          </a:prstGeom>
        </p:spPr>
      </p:pic>
      <p:pic>
        <p:nvPicPr>
          <p:cNvPr id="8" name="Image 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649BBAE6-96A7-9B14-ECD9-0CBBFD92C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19" y="2235329"/>
            <a:ext cx="7259583" cy="1885790"/>
          </a:xfrm>
          <a:prstGeom prst="rect">
            <a:avLst/>
          </a:prstGeom>
        </p:spPr>
      </p:pic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01E33A33-7834-B9B4-53C3-898313A8084D}"/>
              </a:ext>
            </a:extLst>
          </p:cNvPr>
          <p:cNvSpPr txBox="1">
            <a:spLocks/>
          </p:cNvSpPr>
          <p:nvPr/>
        </p:nvSpPr>
        <p:spPr>
          <a:xfrm>
            <a:off x="3016705" y="4145751"/>
            <a:ext cx="1605210" cy="29150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Before Pipelining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66222DA2-D664-55E5-76EF-130D0365EFD2}"/>
              </a:ext>
            </a:extLst>
          </p:cNvPr>
          <p:cNvSpPr txBox="1">
            <a:spLocks/>
          </p:cNvSpPr>
          <p:nvPr/>
        </p:nvSpPr>
        <p:spPr>
          <a:xfrm>
            <a:off x="3016705" y="6484532"/>
            <a:ext cx="1605210" cy="29150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After Pipelining</a:t>
            </a:r>
          </a:p>
        </p:txBody>
      </p:sp>
    </p:spTree>
    <p:extLst>
      <p:ext uri="{BB962C8B-B14F-4D97-AF65-F5344CB8AC3E}">
        <p14:creationId xmlns:p14="http://schemas.microsoft.com/office/powerpoint/2010/main" val="1355625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9E0E0-7149-CB26-C6B1-B379C9DBF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018DAF31-53C6-DBF5-7A31-280EE5201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</p:spPr>
        <p:txBody>
          <a:bodyPr>
            <a:normAutofit/>
          </a:bodyPr>
          <a:lstStyle/>
          <a:p>
            <a:r>
              <a:rPr lang="fr-FR" dirty="0"/>
              <a:t>Obstacles to Pipelining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98CF642F-3031-545D-2256-DB3501048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2622" y="2354531"/>
            <a:ext cx="3939856" cy="3564436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Data Hazards :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X=1+2</a:t>
            </a:r>
          </a:p>
          <a:p>
            <a:pPr lvl="1"/>
            <a:r>
              <a:rPr lang="en-US" b="1" dirty="0"/>
              <a:t>Y=X+1</a:t>
            </a:r>
          </a:p>
          <a:p>
            <a:r>
              <a:rPr lang="en-US" b="1" dirty="0"/>
              <a:t>Control Hazards :</a:t>
            </a:r>
            <a:r>
              <a:rPr lang="en-US" dirty="0"/>
              <a:t> </a:t>
            </a:r>
          </a:p>
          <a:p>
            <a:r>
              <a:rPr lang="en-US" b="1" dirty="0"/>
              <a:t>if (Y == 0) :</a:t>
            </a:r>
          </a:p>
          <a:p>
            <a:pPr lvl="1"/>
            <a:r>
              <a:rPr lang="en-US" b="1" dirty="0"/>
              <a:t>X = X + 1 </a:t>
            </a:r>
          </a:p>
          <a:p>
            <a:r>
              <a:rPr lang="en-US" b="1" dirty="0"/>
              <a:t>else :</a:t>
            </a:r>
          </a:p>
          <a:p>
            <a:pPr lvl="1"/>
            <a:r>
              <a:rPr lang="en-US" b="1" dirty="0"/>
              <a:t>X=X-1</a:t>
            </a:r>
          </a:p>
          <a:p>
            <a:r>
              <a:rPr lang="en-US" b="1" dirty="0"/>
              <a:t>Structural Hazards:</a:t>
            </a:r>
          </a:p>
          <a:p>
            <a:r>
              <a:rPr lang="en-US" b="1" dirty="0"/>
              <a:t>if (Y == 0) :</a:t>
            </a:r>
          </a:p>
          <a:p>
            <a:pPr lvl="1"/>
            <a:r>
              <a:rPr lang="en-US" b="1" dirty="0"/>
              <a:t>X = X + 1 </a:t>
            </a:r>
          </a:p>
          <a:p>
            <a:r>
              <a:rPr lang="en-US" b="1" dirty="0"/>
              <a:t>else :</a:t>
            </a:r>
          </a:p>
          <a:p>
            <a:pPr lvl="1"/>
            <a:r>
              <a:rPr lang="en-US" b="1" dirty="0"/>
              <a:t>X=X-1</a:t>
            </a:r>
          </a:p>
          <a:p>
            <a:r>
              <a:rPr lang="en-US" b="1" dirty="0"/>
              <a:t>X = X + 1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Image 3" descr="Une image contenant texte, diagramme, capture d’écran, Police">
            <a:extLst>
              <a:ext uri="{FF2B5EF4-FFF2-40B4-BE49-F238E27FC236}">
                <a16:creationId xmlns:a16="http://schemas.microsoft.com/office/drawing/2014/main" id="{1873FCC5-1658-AA6E-DA89-283D1B2D8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22" y="2354531"/>
            <a:ext cx="7600407" cy="382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016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992A7-BD4B-D132-04CF-BD42B97B0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DEE4947C-F24A-288A-A33A-31B317BE8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</p:spPr>
        <p:txBody>
          <a:bodyPr>
            <a:normAutofit/>
          </a:bodyPr>
          <a:lstStyle/>
          <a:p>
            <a:r>
              <a:rPr lang="fr-FR" dirty="0"/>
              <a:t>Obstacles to Pipelining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FE3299FF-37CD-FD2B-489B-A0DEDEB93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5176" y="2168413"/>
            <a:ext cx="5516593" cy="340523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Code Impact:</a:t>
            </a:r>
          </a:p>
          <a:p>
            <a:r>
              <a:rPr lang="en-US" b="1" dirty="0"/>
              <a:t>Data Hazards</a:t>
            </a:r>
          </a:p>
          <a:p>
            <a:r>
              <a:rPr lang="en-US" dirty="0"/>
              <a:t>Avoid splitting operations on the </a:t>
            </a:r>
            <a:r>
              <a:rPr lang="en-US" b="1" dirty="0"/>
              <a:t>same variable across multiple dependent instructions</a:t>
            </a:r>
            <a:r>
              <a:rPr lang="en-US" dirty="0"/>
              <a:t> just for readability.</a:t>
            </a:r>
          </a:p>
          <a:p>
            <a:r>
              <a:rPr lang="en-US" dirty="0"/>
              <a:t>Prefer </a:t>
            </a:r>
            <a:r>
              <a:rPr lang="en-US" b="1" dirty="0"/>
              <a:t>compact expressions</a:t>
            </a:r>
            <a:r>
              <a:rPr lang="en-US" dirty="0"/>
              <a:t> that keep dependent operations close together.</a:t>
            </a:r>
          </a:p>
          <a:p>
            <a:r>
              <a:rPr lang="en-US" dirty="0"/>
              <a:t>Use </a:t>
            </a:r>
            <a:r>
              <a:rPr lang="en-US" b="1" dirty="0"/>
              <a:t>clear comments</a:t>
            </a:r>
            <a:r>
              <a:rPr lang="en-US" dirty="0"/>
              <a:t> to explain complex formulas, so performance is preserved </a:t>
            </a:r>
            <a:r>
              <a:rPr lang="en-US" b="1" dirty="0"/>
              <a:t>without sacrificing code readability</a:t>
            </a:r>
            <a:r>
              <a:rPr lang="en-US" dirty="0"/>
              <a:t>.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654DCB6E-7309-F7C5-F0FC-185B778E6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71098"/>
              </p:ext>
            </p:extLst>
          </p:nvPr>
        </p:nvGraphicFramePr>
        <p:xfrm>
          <a:off x="210231" y="2168414"/>
          <a:ext cx="6012688" cy="3405231"/>
        </p:xfrm>
        <a:graphic>
          <a:graphicData uri="http://schemas.openxmlformats.org/drawingml/2006/table">
            <a:tbl>
              <a:tblPr/>
              <a:tblGrid>
                <a:gridCol w="1503172">
                  <a:extLst>
                    <a:ext uri="{9D8B030D-6E8A-4147-A177-3AD203B41FA5}">
                      <a16:colId xmlns:a16="http://schemas.microsoft.com/office/drawing/2014/main" val="3530689397"/>
                    </a:ext>
                  </a:extLst>
                </a:gridCol>
                <a:gridCol w="1503172">
                  <a:extLst>
                    <a:ext uri="{9D8B030D-6E8A-4147-A177-3AD203B41FA5}">
                      <a16:colId xmlns:a16="http://schemas.microsoft.com/office/drawing/2014/main" val="4092778854"/>
                    </a:ext>
                  </a:extLst>
                </a:gridCol>
                <a:gridCol w="1503172">
                  <a:extLst>
                    <a:ext uri="{9D8B030D-6E8A-4147-A177-3AD203B41FA5}">
                      <a16:colId xmlns:a16="http://schemas.microsoft.com/office/drawing/2014/main" val="2423962655"/>
                    </a:ext>
                  </a:extLst>
                </a:gridCol>
                <a:gridCol w="1503172">
                  <a:extLst>
                    <a:ext uri="{9D8B030D-6E8A-4147-A177-3AD203B41FA5}">
                      <a16:colId xmlns:a16="http://schemas.microsoft.com/office/drawing/2014/main" val="4149546428"/>
                    </a:ext>
                  </a:extLst>
                </a:gridCol>
              </a:tblGrid>
              <a:tr h="26436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Manufacturer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Processor Generation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Microarchitecture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Pipeline Stages / Mispredict Penalty (Cycles)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098084"/>
                  </a:ext>
                </a:extLst>
              </a:tr>
              <a:tr h="264361">
                <a:tc rowSpan="2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Intel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Pentium 4 (Early)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NetBurst (Northwood)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671312"/>
                  </a:ext>
                </a:extLst>
              </a:tr>
              <a:tr h="264361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Pentium 4 (</a:t>
                      </a:r>
                      <a:r>
                        <a:rPr lang="fr-FR" sz="11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Late</a:t>
                      </a: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NetBurst (Prescott)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31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69034"/>
                  </a:ext>
                </a:extLst>
              </a:tr>
              <a:tr h="264361">
                <a:tc rowSpan="4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AMD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Ryzen 1000 / 2000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Zen / Zen+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940617"/>
                  </a:ext>
                </a:extLst>
              </a:tr>
              <a:tr h="264361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Ryzen</a:t>
                      </a: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3000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Zen 2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059101"/>
                  </a:ext>
                </a:extLst>
              </a:tr>
              <a:tr h="341110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Ryzen</a:t>
                      </a: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5000 / 7000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Zen 3 / Zen 4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11–14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1490715"/>
                  </a:ext>
                </a:extLst>
              </a:tr>
              <a:tr h="264361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Ryzen 9000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Zen 5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11–14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423187"/>
                  </a:ext>
                </a:extLst>
              </a:tr>
              <a:tr h="341110">
                <a:tc rowSpan="2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Apple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M1 / M2 Series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Firestorm</a:t>
                      </a:r>
                      <a:r>
                        <a:rPr lang="fr-F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/ Avalanche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13–16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097100"/>
                  </a:ext>
                </a:extLst>
              </a:tr>
              <a:tr h="341110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M3 / M4 Series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Everest / Donan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14–16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444264"/>
                  </a:ext>
                </a:extLst>
              </a:tr>
              <a:tr h="264361">
                <a:tc rowSpan="2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ARM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Cortex-X1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Cortex-X1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151372"/>
                  </a:ext>
                </a:extLst>
              </a:tr>
              <a:tr h="264361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Cortex-X3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Cortex-X3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9–10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411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9804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09F81-EE57-1697-2043-F8EAB0B41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0A33468B-3AC7-FC5F-31CE-8EB9B1895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</p:spPr>
        <p:txBody>
          <a:bodyPr>
            <a:normAutofit/>
          </a:bodyPr>
          <a:lstStyle/>
          <a:p>
            <a:r>
              <a:rPr lang="fr-FR" dirty="0"/>
              <a:t>Obstacles to Pipelining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5D64CDA3-032B-137D-8DFB-7CA1D7258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5176" y="2168415"/>
            <a:ext cx="5516593" cy="3405230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Code Impact:</a:t>
            </a:r>
          </a:p>
          <a:p>
            <a:r>
              <a:rPr lang="fr-FR" b="1" dirty="0"/>
              <a:t>Control </a:t>
            </a:r>
            <a:r>
              <a:rPr lang="fr-FR" b="1" dirty="0" err="1"/>
              <a:t>Hazards</a:t>
            </a:r>
            <a:endParaRPr lang="en-US" b="1" dirty="0"/>
          </a:p>
          <a:p>
            <a:r>
              <a:rPr lang="en-US" dirty="0"/>
              <a:t>Minimize branches (if/else, switch) when possible.</a:t>
            </a:r>
          </a:p>
          <a:p>
            <a:r>
              <a:rPr lang="en-US" dirty="0"/>
              <a:t>Replace branches with branch-free arithmetic or </a:t>
            </a:r>
            <a:r>
              <a:rPr lang="en-US" dirty="0" err="1"/>
              <a:t>boolean</a:t>
            </a:r>
            <a:r>
              <a:rPr lang="en-US" dirty="0"/>
              <a:t> expressions to keep the pipeline full.</a:t>
            </a:r>
          </a:p>
          <a:p>
            <a:r>
              <a:rPr lang="en-US" dirty="0"/>
              <a:t># Branch-based</a:t>
            </a:r>
          </a:p>
          <a:p>
            <a:r>
              <a:rPr lang="en-US" dirty="0"/>
              <a:t>if Y == 0:</a:t>
            </a:r>
          </a:p>
          <a:p>
            <a:r>
              <a:rPr lang="en-US" dirty="0"/>
              <a:t>    X = X + 1</a:t>
            </a:r>
          </a:p>
          <a:p>
            <a:r>
              <a:rPr lang="en-US" dirty="0"/>
              <a:t>else:</a:t>
            </a:r>
          </a:p>
          <a:p>
            <a:r>
              <a:rPr lang="en-US" dirty="0"/>
              <a:t>    X = X - 1</a:t>
            </a:r>
          </a:p>
          <a:p>
            <a:r>
              <a:rPr lang="en-US" dirty="0"/>
              <a:t># Branch-free</a:t>
            </a:r>
          </a:p>
          <a:p>
            <a:r>
              <a:rPr lang="en-US" dirty="0"/>
              <a:t>X = X + 1 - 2 * (Y != 0)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6B73B25E-BB5F-3FDB-4C56-77489A2CCA9E}"/>
              </a:ext>
            </a:extLst>
          </p:cNvPr>
          <p:cNvGraphicFramePr>
            <a:graphicFrameLocks noGrp="1"/>
          </p:cNvGraphicFramePr>
          <p:nvPr/>
        </p:nvGraphicFramePr>
        <p:xfrm>
          <a:off x="210231" y="2168414"/>
          <a:ext cx="6012688" cy="3405231"/>
        </p:xfrm>
        <a:graphic>
          <a:graphicData uri="http://schemas.openxmlformats.org/drawingml/2006/table">
            <a:tbl>
              <a:tblPr/>
              <a:tblGrid>
                <a:gridCol w="1503172">
                  <a:extLst>
                    <a:ext uri="{9D8B030D-6E8A-4147-A177-3AD203B41FA5}">
                      <a16:colId xmlns:a16="http://schemas.microsoft.com/office/drawing/2014/main" val="3530689397"/>
                    </a:ext>
                  </a:extLst>
                </a:gridCol>
                <a:gridCol w="1503172">
                  <a:extLst>
                    <a:ext uri="{9D8B030D-6E8A-4147-A177-3AD203B41FA5}">
                      <a16:colId xmlns:a16="http://schemas.microsoft.com/office/drawing/2014/main" val="4092778854"/>
                    </a:ext>
                  </a:extLst>
                </a:gridCol>
                <a:gridCol w="1503172">
                  <a:extLst>
                    <a:ext uri="{9D8B030D-6E8A-4147-A177-3AD203B41FA5}">
                      <a16:colId xmlns:a16="http://schemas.microsoft.com/office/drawing/2014/main" val="2423962655"/>
                    </a:ext>
                  </a:extLst>
                </a:gridCol>
                <a:gridCol w="1503172">
                  <a:extLst>
                    <a:ext uri="{9D8B030D-6E8A-4147-A177-3AD203B41FA5}">
                      <a16:colId xmlns:a16="http://schemas.microsoft.com/office/drawing/2014/main" val="4149546428"/>
                    </a:ext>
                  </a:extLst>
                </a:gridCol>
              </a:tblGrid>
              <a:tr h="26436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Manufacturer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Processor Generation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Microarchitecture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Pipeline Stages / Mispredict Penalty (Cycles)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098084"/>
                  </a:ext>
                </a:extLst>
              </a:tr>
              <a:tr h="264361">
                <a:tc rowSpan="2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Intel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Pentium 4 (Early)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NetBurst (Northwood)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671312"/>
                  </a:ext>
                </a:extLst>
              </a:tr>
              <a:tr h="264361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Pentium 4 (</a:t>
                      </a:r>
                      <a:r>
                        <a:rPr lang="fr-FR" sz="11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Late</a:t>
                      </a: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NetBurst (Prescott)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31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69034"/>
                  </a:ext>
                </a:extLst>
              </a:tr>
              <a:tr h="264361">
                <a:tc rowSpan="4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AMD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Ryzen 1000 / 2000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Zen / Zen+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940617"/>
                  </a:ext>
                </a:extLst>
              </a:tr>
              <a:tr h="264361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Ryzen</a:t>
                      </a: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3000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Zen 2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059101"/>
                  </a:ext>
                </a:extLst>
              </a:tr>
              <a:tr h="341110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Ryzen</a:t>
                      </a: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5000 / 7000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Zen 3 / Zen 4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11–14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1490715"/>
                  </a:ext>
                </a:extLst>
              </a:tr>
              <a:tr h="264361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Ryzen 9000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Zen 5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11–14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423187"/>
                  </a:ext>
                </a:extLst>
              </a:tr>
              <a:tr h="341110">
                <a:tc rowSpan="2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Apple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M1 / M2 Series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Firestorm</a:t>
                      </a:r>
                      <a:r>
                        <a:rPr lang="fr-F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/ Avalanche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13–16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097100"/>
                  </a:ext>
                </a:extLst>
              </a:tr>
              <a:tr h="341110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M3 / M4 Series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Everest / Donan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14–16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444264"/>
                  </a:ext>
                </a:extLst>
              </a:tr>
              <a:tr h="264361">
                <a:tc rowSpan="2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ARM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Cortex-X1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Cortex-X1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151372"/>
                  </a:ext>
                </a:extLst>
              </a:tr>
              <a:tr h="264361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Cortex-X3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Cortex-X3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9–10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411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3153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FB445-0C28-23AD-E955-591DAFE5A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324311B9-A5BF-119F-3316-BBF862BC1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</p:spPr>
        <p:txBody>
          <a:bodyPr>
            <a:normAutofit/>
          </a:bodyPr>
          <a:lstStyle/>
          <a:p>
            <a:r>
              <a:rPr lang="fr-FR" dirty="0"/>
              <a:t>Obstacles to Pipelining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13B855F6-7CAA-E724-6B26-A4D1D4CFB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5176" y="2168415"/>
            <a:ext cx="5516593" cy="3405230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Code Impact:</a:t>
            </a:r>
          </a:p>
          <a:p>
            <a:r>
              <a:rPr lang="fr-FR" b="1" dirty="0"/>
              <a:t>Control </a:t>
            </a:r>
            <a:r>
              <a:rPr lang="fr-FR" b="1" dirty="0" err="1"/>
              <a:t>Hazards</a:t>
            </a:r>
            <a:endParaRPr lang="en-US" b="1" dirty="0"/>
          </a:p>
          <a:p>
            <a:r>
              <a:rPr lang="en-US" dirty="0"/>
              <a:t>Minimize branches (if/else, switch) when possible.</a:t>
            </a:r>
          </a:p>
          <a:p>
            <a:r>
              <a:rPr lang="en-US" dirty="0"/>
              <a:t>Replace branches with branch-free arithmetic or </a:t>
            </a:r>
            <a:r>
              <a:rPr lang="en-US" dirty="0" err="1"/>
              <a:t>boolean</a:t>
            </a:r>
            <a:r>
              <a:rPr lang="en-US" dirty="0"/>
              <a:t> expressions to keep the pipeline full.</a:t>
            </a:r>
          </a:p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count_positive_bad</a:t>
            </a:r>
            <a:r>
              <a:rPr lang="en-US" dirty="0"/>
              <a:t>(data):</a:t>
            </a:r>
          </a:p>
          <a:p>
            <a:pPr marL="0" indent="0">
              <a:buNone/>
            </a:pPr>
            <a:r>
              <a:rPr lang="en-US" dirty="0"/>
              <a:t>    count = 0</a:t>
            </a:r>
          </a:p>
          <a:p>
            <a:pPr marL="0" indent="0">
              <a:buNone/>
            </a:pPr>
            <a:r>
              <a:rPr lang="en-US" dirty="0"/>
              <a:t>    for x in data:</a:t>
            </a:r>
          </a:p>
          <a:p>
            <a:pPr marL="0" indent="0">
              <a:buNone/>
            </a:pPr>
            <a:r>
              <a:rPr lang="en-US" dirty="0"/>
              <a:t>        if x &gt; 0:</a:t>
            </a:r>
          </a:p>
          <a:p>
            <a:pPr marL="0" indent="0">
              <a:buNone/>
            </a:pPr>
            <a:r>
              <a:rPr lang="en-US" dirty="0"/>
              <a:t>            count += 1</a:t>
            </a:r>
          </a:p>
          <a:p>
            <a:pPr marL="0" indent="0">
              <a:buNone/>
            </a:pPr>
            <a:r>
              <a:rPr lang="en-US" dirty="0"/>
              <a:t>    return count</a:t>
            </a:r>
          </a:p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count_positive_good</a:t>
            </a:r>
            <a:r>
              <a:rPr lang="en-US" dirty="0"/>
              <a:t>(data):</a:t>
            </a:r>
          </a:p>
          <a:p>
            <a:pPr marL="0" indent="0">
              <a:buNone/>
            </a:pPr>
            <a:r>
              <a:rPr lang="en-US" dirty="0"/>
              <a:t>    return sum(x &gt; 0 for x in data)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A5363847-1461-4835-6BF6-5F575856A5C9}"/>
              </a:ext>
            </a:extLst>
          </p:cNvPr>
          <p:cNvGraphicFramePr>
            <a:graphicFrameLocks noGrp="1"/>
          </p:cNvGraphicFramePr>
          <p:nvPr/>
        </p:nvGraphicFramePr>
        <p:xfrm>
          <a:off x="210231" y="2168414"/>
          <a:ext cx="6012688" cy="3405231"/>
        </p:xfrm>
        <a:graphic>
          <a:graphicData uri="http://schemas.openxmlformats.org/drawingml/2006/table">
            <a:tbl>
              <a:tblPr/>
              <a:tblGrid>
                <a:gridCol w="1503172">
                  <a:extLst>
                    <a:ext uri="{9D8B030D-6E8A-4147-A177-3AD203B41FA5}">
                      <a16:colId xmlns:a16="http://schemas.microsoft.com/office/drawing/2014/main" val="3530689397"/>
                    </a:ext>
                  </a:extLst>
                </a:gridCol>
                <a:gridCol w="1503172">
                  <a:extLst>
                    <a:ext uri="{9D8B030D-6E8A-4147-A177-3AD203B41FA5}">
                      <a16:colId xmlns:a16="http://schemas.microsoft.com/office/drawing/2014/main" val="4092778854"/>
                    </a:ext>
                  </a:extLst>
                </a:gridCol>
                <a:gridCol w="1503172">
                  <a:extLst>
                    <a:ext uri="{9D8B030D-6E8A-4147-A177-3AD203B41FA5}">
                      <a16:colId xmlns:a16="http://schemas.microsoft.com/office/drawing/2014/main" val="2423962655"/>
                    </a:ext>
                  </a:extLst>
                </a:gridCol>
                <a:gridCol w="1503172">
                  <a:extLst>
                    <a:ext uri="{9D8B030D-6E8A-4147-A177-3AD203B41FA5}">
                      <a16:colId xmlns:a16="http://schemas.microsoft.com/office/drawing/2014/main" val="4149546428"/>
                    </a:ext>
                  </a:extLst>
                </a:gridCol>
              </a:tblGrid>
              <a:tr h="26436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Manufacturer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Processor Generation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Microarchitecture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Pipeline Stages / Mispredict Penalty (Cycles)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098084"/>
                  </a:ext>
                </a:extLst>
              </a:tr>
              <a:tr h="264361">
                <a:tc rowSpan="2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Intel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Pentium 4 (Early)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NetBurst (Northwood)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671312"/>
                  </a:ext>
                </a:extLst>
              </a:tr>
              <a:tr h="264361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Pentium 4 (</a:t>
                      </a:r>
                      <a:r>
                        <a:rPr lang="fr-FR" sz="11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Late</a:t>
                      </a: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NetBurst (Prescott)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31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69034"/>
                  </a:ext>
                </a:extLst>
              </a:tr>
              <a:tr h="264361">
                <a:tc rowSpan="4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AMD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Ryzen 1000 / 2000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Zen / Zen+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940617"/>
                  </a:ext>
                </a:extLst>
              </a:tr>
              <a:tr h="264361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Ryzen</a:t>
                      </a: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3000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Zen 2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059101"/>
                  </a:ext>
                </a:extLst>
              </a:tr>
              <a:tr h="341110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Ryzen</a:t>
                      </a: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5000 / 7000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Zen 3 / Zen 4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11–14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1490715"/>
                  </a:ext>
                </a:extLst>
              </a:tr>
              <a:tr h="264361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Ryzen 9000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Zen 5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11–14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423187"/>
                  </a:ext>
                </a:extLst>
              </a:tr>
              <a:tr h="341110">
                <a:tc rowSpan="2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Apple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M1 / M2 Series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Firestorm</a:t>
                      </a:r>
                      <a:r>
                        <a:rPr lang="fr-F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/ Avalanche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13–16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097100"/>
                  </a:ext>
                </a:extLst>
              </a:tr>
              <a:tr h="341110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M3 / M4 Series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Everest / Donan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14–16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444264"/>
                  </a:ext>
                </a:extLst>
              </a:tr>
              <a:tr h="264361">
                <a:tc rowSpan="2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ARM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Cortex-X1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Cortex-X1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151372"/>
                  </a:ext>
                </a:extLst>
              </a:tr>
              <a:tr h="264361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Cortex-X3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Cortex-X3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9–10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411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683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8D0E1-768D-B572-7186-EF91E7D24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1FEC65B3-2B0D-0927-100B-5DDC3A859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</p:spPr>
        <p:txBody>
          <a:bodyPr>
            <a:normAutofit/>
          </a:bodyPr>
          <a:lstStyle/>
          <a:p>
            <a:r>
              <a:rPr lang="fr-FR" dirty="0"/>
              <a:t>Obstacles to Pipelining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162A50EF-D274-AA02-356D-123A4B789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5176" y="2168415"/>
            <a:ext cx="5726824" cy="3405230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Code Impact:</a:t>
            </a:r>
          </a:p>
          <a:p>
            <a:r>
              <a:rPr lang="en-US" b="1" dirty="0"/>
              <a:t>Structural Hazards</a:t>
            </a:r>
          </a:p>
          <a:p>
            <a:r>
              <a:rPr lang="en-US" dirty="0"/>
              <a:t>Avoid designing code that forces </a:t>
            </a:r>
            <a:r>
              <a:rPr lang="en-US" b="1" dirty="0"/>
              <a:t>multiple operations to compete for the same hardware resource</a:t>
            </a:r>
            <a:r>
              <a:rPr lang="en-US" dirty="0"/>
              <a:t> at the same time </a:t>
            </a:r>
          </a:p>
          <a:p>
            <a:r>
              <a:rPr lang="en-US" dirty="0"/>
              <a:t>Reduce back-to-back instructions that:</a:t>
            </a:r>
          </a:p>
          <a:p>
            <a:pPr lvl="1"/>
            <a:r>
              <a:rPr lang="en-US" dirty="0"/>
              <a:t>access memory repeatedly</a:t>
            </a:r>
          </a:p>
          <a:p>
            <a:pPr lvl="1"/>
            <a:r>
              <a:rPr lang="en-US" dirty="0"/>
              <a:t>use the same specialized unit (example :division)</a:t>
            </a:r>
          </a:p>
          <a:p>
            <a:pPr marL="228600" lvl="1" indent="0">
              <a:buNone/>
            </a:pPr>
            <a:r>
              <a:rPr lang="en-US" dirty="0"/>
              <a:t># </a:t>
            </a:r>
            <a:r>
              <a:rPr lang="fr-FR" dirty="0" err="1"/>
              <a:t>repeated_divisions</a:t>
            </a:r>
            <a:endParaRPr lang="fr-FR" dirty="0"/>
          </a:p>
          <a:p>
            <a:pPr marL="228600" lvl="1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range(N):</a:t>
            </a:r>
          </a:p>
          <a:p>
            <a:pPr marL="228600" lvl="1" indent="0">
              <a:buNone/>
            </a:pPr>
            <a:r>
              <a:rPr lang="en-US" dirty="0"/>
              <a:t>    result[</a:t>
            </a:r>
            <a:r>
              <a:rPr lang="en-US" dirty="0" err="1"/>
              <a:t>i</a:t>
            </a:r>
            <a:r>
              <a:rPr lang="en-US" dirty="0"/>
              <a:t>] = data[</a:t>
            </a:r>
            <a:r>
              <a:rPr lang="en-US" dirty="0" err="1"/>
              <a:t>i</a:t>
            </a:r>
            <a:r>
              <a:rPr lang="en-US" dirty="0"/>
              <a:t>] / divisor</a:t>
            </a:r>
          </a:p>
          <a:p>
            <a:pPr marL="228600" lvl="1" indent="0">
              <a:buNone/>
            </a:pPr>
            <a:endParaRPr lang="en-US" dirty="0"/>
          </a:p>
          <a:p>
            <a:pPr marL="228600" lvl="1" indent="0">
              <a:buNone/>
            </a:pPr>
            <a:r>
              <a:rPr lang="en-US" dirty="0"/>
              <a:t># </a:t>
            </a:r>
            <a:r>
              <a:rPr lang="fr-FR" dirty="0" err="1"/>
              <a:t>single_division</a:t>
            </a:r>
            <a:endParaRPr lang="en-US" dirty="0"/>
          </a:p>
          <a:p>
            <a:pPr marL="228600" lvl="1" indent="0">
              <a:buNone/>
            </a:pPr>
            <a:r>
              <a:rPr lang="en-US" dirty="0" err="1"/>
              <a:t>inv_divisor</a:t>
            </a:r>
            <a:r>
              <a:rPr lang="en-US" dirty="0"/>
              <a:t> = 1.0 / divisor  # one division</a:t>
            </a:r>
          </a:p>
          <a:p>
            <a:pPr marL="228600" lvl="1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range(N):</a:t>
            </a:r>
          </a:p>
          <a:p>
            <a:pPr marL="228600" lvl="1" indent="0">
              <a:buNone/>
            </a:pPr>
            <a:r>
              <a:rPr lang="en-US" dirty="0"/>
              <a:t>    result[</a:t>
            </a:r>
            <a:r>
              <a:rPr lang="en-US" dirty="0" err="1"/>
              <a:t>i</a:t>
            </a:r>
            <a:r>
              <a:rPr lang="en-US" dirty="0"/>
              <a:t>] = data[</a:t>
            </a:r>
            <a:r>
              <a:rPr lang="en-US" dirty="0" err="1"/>
              <a:t>i</a:t>
            </a:r>
            <a:r>
              <a:rPr lang="en-US" dirty="0"/>
              <a:t>] * </a:t>
            </a:r>
            <a:r>
              <a:rPr lang="en-US" dirty="0" err="1"/>
              <a:t>inv_divisor</a:t>
            </a:r>
            <a:endParaRPr lang="en-US" dirty="0"/>
          </a:p>
          <a:p>
            <a:pPr marL="228600" lvl="1" indent="0">
              <a:buNone/>
            </a:pPr>
            <a:endParaRPr lang="en-US" dirty="0"/>
          </a:p>
          <a:p>
            <a:pPr marL="228600" lvl="1" indent="0">
              <a:buNone/>
            </a:pPr>
            <a:endParaRPr lang="en-US" dirty="0"/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22D2262C-7E65-932D-CF17-207D54F21977}"/>
              </a:ext>
            </a:extLst>
          </p:cNvPr>
          <p:cNvGraphicFramePr>
            <a:graphicFrameLocks noGrp="1"/>
          </p:cNvGraphicFramePr>
          <p:nvPr/>
        </p:nvGraphicFramePr>
        <p:xfrm>
          <a:off x="210231" y="2168414"/>
          <a:ext cx="6012688" cy="3405231"/>
        </p:xfrm>
        <a:graphic>
          <a:graphicData uri="http://schemas.openxmlformats.org/drawingml/2006/table">
            <a:tbl>
              <a:tblPr/>
              <a:tblGrid>
                <a:gridCol w="1503172">
                  <a:extLst>
                    <a:ext uri="{9D8B030D-6E8A-4147-A177-3AD203B41FA5}">
                      <a16:colId xmlns:a16="http://schemas.microsoft.com/office/drawing/2014/main" val="3530689397"/>
                    </a:ext>
                  </a:extLst>
                </a:gridCol>
                <a:gridCol w="1503172">
                  <a:extLst>
                    <a:ext uri="{9D8B030D-6E8A-4147-A177-3AD203B41FA5}">
                      <a16:colId xmlns:a16="http://schemas.microsoft.com/office/drawing/2014/main" val="4092778854"/>
                    </a:ext>
                  </a:extLst>
                </a:gridCol>
                <a:gridCol w="1503172">
                  <a:extLst>
                    <a:ext uri="{9D8B030D-6E8A-4147-A177-3AD203B41FA5}">
                      <a16:colId xmlns:a16="http://schemas.microsoft.com/office/drawing/2014/main" val="2423962655"/>
                    </a:ext>
                  </a:extLst>
                </a:gridCol>
                <a:gridCol w="1503172">
                  <a:extLst>
                    <a:ext uri="{9D8B030D-6E8A-4147-A177-3AD203B41FA5}">
                      <a16:colId xmlns:a16="http://schemas.microsoft.com/office/drawing/2014/main" val="4149546428"/>
                    </a:ext>
                  </a:extLst>
                </a:gridCol>
              </a:tblGrid>
              <a:tr h="26436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Manufacturer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Processor Generation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Microarchitecture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Pipeline Stages / Mispredict Penalty (Cycles)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098084"/>
                  </a:ext>
                </a:extLst>
              </a:tr>
              <a:tr h="264361">
                <a:tc rowSpan="2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Intel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Pentium 4 (Early)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NetBurst (Northwood)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671312"/>
                  </a:ext>
                </a:extLst>
              </a:tr>
              <a:tr h="264361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Pentium 4 (</a:t>
                      </a:r>
                      <a:r>
                        <a:rPr lang="fr-FR" sz="11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Late</a:t>
                      </a: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NetBurst (Prescott)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31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69034"/>
                  </a:ext>
                </a:extLst>
              </a:tr>
              <a:tr h="264361">
                <a:tc rowSpan="4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AMD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Ryzen 1000 / 2000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Zen / Zen+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940617"/>
                  </a:ext>
                </a:extLst>
              </a:tr>
              <a:tr h="264361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Ryzen</a:t>
                      </a: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3000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Zen 2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059101"/>
                  </a:ext>
                </a:extLst>
              </a:tr>
              <a:tr h="341110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Ryzen</a:t>
                      </a: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5000 / 7000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Zen 3 / Zen 4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11–14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1490715"/>
                  </a:ext>
                </a:extLst>
              </a:tr>
              <a:tr h="264361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Ryzen 9000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Zen 5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11–14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423187"/>
                  </a:ext>
                </a:extLst>
              </a:tr>
              <a:tr h="341110">
                <a:tc rowSpan="2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Apple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M1 / M2 Series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Firestorm</a:t>
                      </a:r>
                      <a:r>
                        <a:rPr lang="fr-F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/ Avalanche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13–16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097100"/>
                  </a:ext>
                </a:extLst>
              </a:tr>
              <a:tr h="341110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M3 / M4 Series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Everest / Donan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14–16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444264"/>
                  </a:ext>
                </a:extLst>
              </a:tr>
              <a:tr h="264361">
                <a:tc rowSpan="2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ARM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Cortex-X1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Cortex-X1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151372"/>
                  </a:ext>
                </a:extLst>
              </a:tr>
              <a:tr h="264361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Cortex-X3</a:t>
                      </a:r>
                      <a:endParaRPr lang="fr-F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Cortex-X3</a:t>
                      </a: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9–10</a:t>
                      </a:r>
                      <a:endParaRPr lang="fr-F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1341" marR="21341" marT="14227" marB="142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411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62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66836-6285-4050-C863-1ACE81B5C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182A206A-D7C7-E61B-B526-E34D933BE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</p:spPr>
        <p:txBody>
          <a:bodyPr/>
          <a:lstStyle/>
          <a:p>
            <a:r>
              <a:rPr lang="fr-FR" dirty="0"/>
              <a:t>Memory </a:t>
            </a:r>
            <a:r>
              <a:rPr lang="fr-FR" dirty="0" err="1"/>
              <a:t>Hierarchy</a:t>
            </a:r>
            <a:r>
              <a:rPr lang="fr-FR" dirty="0"/>
              <a:t> &amp; </a:t>
            </a:r>
            <a:r>
              <a:rPr lang="fr-FR" dirty="0" err="1"/>
              <a:t>Caching</a:t>
            </a:r>
            <a:r>
              <a:rPr lang="fr-FR" dirty="0"/>
              <a:t> </a:t>
            </a:r>
            <a:r>
              <a:rPr lang="fr-FR" dirty="0" err="1"/>
              <a:t>Principle</a:t>
            </a:r>
            <a:endParaRPr lang="fr-FR" dirty="0"/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19F6B835-8CBF-42CD-C2CC-D41D20F93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54531"/>
            <a:ext cx="11311399" cy="4334269"/>
          </a:xfrm>
        </p:spPr>
        <p:txBody>
          <a:bodyPr>
            <a:normAutofit/>
          </a:bodyPr>
          <a:lstStyle/>
          <a:p>
            <a:r>
              <a:rPr lang="en-US" dirty="0"/>
              <a:t>Computer memory is organized in a hierarchy to balance three critical factors: </a:t>
            </a:r>
            <a:r>
              <a:rPr lang="en-US" b="1" dirty="0"/>
              <a:t>Speed, Capacity, and Cost: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45CF4A77-2950-F441-6030-DA7856187847}"/>
              </a:ext>
            </a:extLst>
          </p:cNvPr>
          <p:cNvGrpSpPr/>
          <p:nvPr/>
        </p:nvGrpSpPr>
        <p:grpSpPr>
          <a:xfrm>
            <a:off x="6491010" y="2994443"/>
            <a:ext cx="5095460" cy="2842406"/>
            <a:chOff x="672465" y="2407444"/>
            <a:chExt cx="7799070" cy="3995618"/>
          </a:xfrm>
        </p:grpSpPr>
        <p:sp>
          <p:nvSpPr>
            <p:cNvPr id="21" name="Shape 2">
              <a:extLst>
                <a:ext uri="{FF2B5EF4-FFF2-40B4-BE49-F238E27FC236}">
                  <a16:creationId xmlns:a16="http://schemas.microsoft.com/office/drawing/2014/main" id="{5BD3009C-2D30-4BEA-5CDC-F8716ECFA98D}"/>
                </a:ext>
              </a:extLst>
            </p:cNvPr>
            <p:cNvSpPr/>
            <p:nvPr/>
          </p:nvSpPr>
          <p:spPr>
            <a:xfrm>
              <a:off x="672465" y="2407444"/>
              <a:ext cx="7799070" cy="1901785"/>
            </a:xfrm>
            <a:prstGeom prst="roundRect">
              <a:avLst>
                <a:gd name="adj" fmla="val 5770"/>
              </a:avLst>
            </a:prstGeom>
            <a:noFill/>
            <a:ln w="22860">
              <a:solidFill>
                <a:srgbClr val="B8C3D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 4">
              <a:extLst>
                <a:ext uri="{FF2B5EF4-FFF2-40B4-BE49-F238E27FC236}">
                  <a16:creationId xmlns:a16="http://schemas.microsoft.com/office/drawing/2014/main" id="{3D9A5D34-B33F-C3DE-9201-F29C5772F619}"/>
                </a:ext>
              </a:extLst>
            </p:cNvPr>
            <p:cNvSpPr/>
            <p:nvPr/>
          </p:nvSpPr>
          <p:spPr>
            <a:xfrm>
              <a:off x="955953" y="2622352"/>
              <a:ext cx="2401610" cy="30015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850" dirty="0">
                  <a:solidFill>
                    <a:srgbClr val="404155"/>
                  </a:solidFill>
                  <a:latin typeface="Alexandria" pitchFamily="34" charset="0"/>
                  <a:ea typeface="Alexandria" pitchFamily="34" charset="-122"/>
                  <a:cs typeface="Alexandria" pitchFamily="34" charset="-120"/>
                </a:rPr>
                <a:t>Higher in Hierarchy</a:t>
              </a:r>
              <a:endParaRPr lang="en-US" sz="1850" dirty="0"/>
            </a:p>
          </p:txBody>
        </p:sp>
        <p:sp>
          <p:nvSpPr>
            <p:cNvPr id="24" name="Text 5">
              <a:extLst>
                <a:ext uri="{FF2B5EF4-FFF2-40B4-BE49-F238E27FC236}">
                  <a16:creationId xmlns:a16="http://schemas.microsoft.com/office/drawing/2014/main" id="{B110AB63-2478-4364-74EB-D115D2E16356}"/>
                </a:ext>
              </a:extLst>
            </p:cNvPr>
            <p:cNvSpPr/>
            <p:nvPr/>
          </p:nvSpPr>
          <p:spPr>
            <a:xfrm>
              <a:off x="955953" y="3037761"/>
              <a:ext cx="7300674" cy="3074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400"/>
                </a:lnSpc>
                <a:buSzPct val="100000"/>
                <a:buChar char="•"/>
              </a:pPr>
              <a:r>
                <a:rPr lang="en-US" sz="1500" b="1" dirty="0">
                  <a:solidFill>
                    <a:srgbClr val="404155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Speed:</a:t>
              </a:r>
              <a:r>
                <a:rPr lang="en-US" sz="1500" dirty="0">
                  <a:solidFill>
                    <a:srgbClr val="404155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 Very Fast (e.g., CPU Registers)</a:t>
              </a:r>
              <a:endParaRPr lang="en-US" sz="1500" dirty="0"/>
            </a:p>
          </p:txBody>
        </p:sp>
        <p:sp>
          <p:nvSpPr>
            <p:cNvPr id="25" name="Text 6">
              <a:extLst>
                <a:ext uri="{FF2B5EF4-FFF2-40B4-BE49-F238E27FC236}">
                  <a16:creationId xmlns:a16="http://schemas.microsoft.com/office/drawing/2014/main" id="{FDC94BA0-4A36-89CF-481B-EEE662B860CB}"/>
                </a:ext>
              </a:extLst>
            </p:cNvPr>
            <p:cNvSpPr/>
            <p:nvPr/>
          </p:nvSpPr>
          <p:spPr>
            <a:xfrm>
              <a:off x="955953" y="3412331"/>
              <a:ext cx="7300674" cy="3074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400"/>
                </a:lnSpc>
                <a:buSzPct val="100000"/>
                <a:buChar char="•"/>
              </a:pPr>
              <a:r>
                <a:rPr lang="en-US" sz="1500" b="1" dirty="0">
                  <a:solidFill>
                    <a:srgbClr val="404155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Cost:</a:t>
              </a:r>
              <a:r>
                <a:rPr lang="en-US" sz="1500" dirty="0">
                  <a:solidFill>
                    <a:srgbClr val="404155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 Very Expensive</a:t>
              </a:r>
              <a:endParaRPr lang="en-US" sz="1500" dirty="0"/>
            </a:p>
          </p:txBody>
        </p:sp>
        <p:sp>
          <p:nvSpPr>
            <p:cNvPr id="26" name="Text 7">
              <a:extLst>
                <a:ext uri="{FF2B5EF4-FFF2-40B4-BE49-F238E27FC236}">
                  <a16:creationId xmlns:a16="http://schemas.microsoft.com/office/drawing/2014/main" id="{D2A1D32D-4316-BB64-EF82-4F67ECF973F8}"/>
                </a:ext>
              </a:extLst>
            </p:cNvPr>
            <p:cNvSpPr/>
            <p:nvPr/>
          </p:nvSpPr>
          <p:spPr>
            <a:xfrm>
              <a:off x="955953" y="3786902"/>
              <a:ext cx="7300674" cy="3074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400"/>
                </a:lnSpc>
                <a:buSzPct val="100000"/>
                <a:buChar char="•"/>
              </a:pPr>
              <a:r>
                <a:rPr lang="en-US" sz="1500" b="1" dirty="0">
                  <a:solidFill>
                    <a:srgbClr val="404155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Capacity:</a:t>
              </a:r>
              <a:r>
                <a:rPr lang="en-US" sz="1500" dirty="0">
                  <a:solidFill>
                    <a:srgbClr val="404155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 Very Small</a:t>
              </a:r>
              <a:endParaRPr lang="en-US" sz="1500" dirty="0"/>
            </a:p>
          </p:txBody>
        </p:sp>
        <p:sp>
          <p:nvSpPr>
            <p:cNvPr id="27" name="Shape 8">
              <a:extLst>
                <a:ext uri="{FF2B5EF4-FFF2-40B4-BE49-F238E27FC236}">
                  <a16:creationId xmlns:a16="http://schemas.microsoft.com/office/drawing/2014/main" id="{B754369A-4403-7441-B09F-1407E86B7209}"/>
                </a:ext>
              </a:extLst>
            </p:cNvPr>
            <p:cNvSpPr/>
            <p:nvPr/>
          </p:nvSpPr>
          <p:spPr>
            <a:xfrm>
              <a:off x="672465" y="4501277"/>
              <a:ext cx="7799070" cy="1901785"/>
            </a:xfrm>
            <a:prstGeom prst="roundRect">
              <a:avLst>
                <a:gd name="adj" fmla="val 5770"/>
              </a:avLst>
            </a:prstGeom>
            <a:noFill/>
            <a:ln w="22860">
              <a:solidFill>
                <a:srgbClr val="B8C3D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 10">
              <a:extLst>
                <a:ext uri="{FF2B5EF4-FFF2-40B4-BE49-F238E27FC236}">
                  <a16:creationId xmlns:a16="http://schemas.microsoft.com/office/drawing/2014/main" id="{7EBE3269-4477-CC7C-B113-1E029778E65C}"/>
                </a:ext>
              </a:extLst>
            </p:cNvPr>
            <p:cNvSpPr/>
            <p:nvPr/>
          </p:nvSpPr>
          <p:spPr>
            <a:xfrm>
              <a:off x="955953" y="4716185"/>
              <a:ext cx="2401610" cy="30015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850" dirty="0">
                  <a:solidFill>
                    <a:srgbClr val="404155"/>
                  </a:solidFill>
                  <a:latin typeface="Alexandria" pitchFamily="34" charset="0"/>
                  <a:ea typeface="Alexandria" pitchFamily="34" charset="-122"/>
                  <a:cs typeface="Alexandria" pitchFamily="34" charset="-120"/>
                </a:rPr>
                <a:t>Lower in Hierarchy</a:t>
              </a:r>
              <a:endParaRPr lang="en-US" sz="1850" dirty="0"/>
            </a:p>
          </p:txBody>
        </p:sp>
        <p:sp>
          <p:nvSpPr>
            <p:cNvPr id="30" name="Text 11">
              <a:extLst>
                <a:ext uri="{FF2B5EF4-FFF2-40B4-BE49-F238E27FC236}">
                  <a16:creationId xmlns:a16="http://schemas.microsoft.com/office/drawing/2014/main" id="{2BD64098-EC3C-06DE-418F-DF84CCA33AC7}"/>
                </a:ext>
              </a:extLst>
            </p:cNvPr>
            <p:cNvSpPr/>
            <p:nvPr/>
          </p:nvSpPr>
          <p:spPr>
            <a:xfrm>
              <a:off x="955953" y="5131594"/>
              <a:ext cx="7300674" cy="3074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400"/>
                </a:lnSpc>
                <a:buSzPct val="100000"/>
                <a:buChar char="•"/>
              </a:pPr>
              <a:r>
                <a:rPr lang="en-US" sz="1500" b="1" dirty="0">
                  <a:solidFill>
                    <a:srgbClr val="404155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Speed:</a:t>
              </a:r>
              <a:r>
                <a:rPr lang="en-US" sz="1500" dirty="0">
                  <a:solidFill>
                    <a:srgbClr val="404155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 Much Slower (e.g., Hard Drive)</a:t>
              </a:r>
              <a:endParaRPr lang="en-US" sz="1500" dirty="0"/>
            </a:p>
          </p:txBody>
        </p:sp>
        <p:sp>
          <p:nvSpPr>
            <p:cNvPr id="31" name="Text 12">
              <a:extLst>
                <a:ext uri="{FF2B5EF4-FFF2-40B4-BE49-F238E27FC236}">
                  <a16:creationId xmlns:a16="http://schemas.microsoft.com/office/drawing/2014/main" id="{99C8A116-4330-E724-BDF8-DE2EF3D078AE}"/>
                </a:ext>
              </a:extLst>
            </p:cNvPr>
            <p:cNvSpPr/>
            <p:nvPr/>
          </p:nvSpPr>
          <p:spPr>
            <a:xfrm>
              <a:off x="955953" y="5506164"/>
              <a:ext cx="7300674" cy="3074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400"/>
                </a:lnSpc>
                <a:buSzPct val="100000"/>
                <a:buChar char="•"/>
              </a:pPr>
              <a:r>
                <a:rPr lang="en-US" sz="1500" b="1" dirty="0">
                  <a:solidFill>
                    <a:srgbClr val="404155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Cost:</a:t>
              </a:r>
              <a:r>
                <a:rPr lang="en-US" sz="1500" dirty="0">
                  <a:solidFill>
                    <a:srgbClr val="404155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 Very Cheap</a:t>
              </a:r>
              <a:endParaRPr lang="en-US" sz="1500" dirty="0"/>
            </a:p>
          </p:txBody>
        </p:sp>
        <p:sp>
          <p:nvSpPr>
            <p:cNvPr id="32" name="Text 13">
              <a:extLst>
                <a:ext uri="{FF2B5EF4-FFF2-40B4-BE49-F238E27FC236}">
                  <a16:creationId xmlns:a16="http://schemas.microsoft.com/office/drawing/2014/main" id="{4C94A761-F5A0-D0F6-A019-98165C49B4C7}"/>
                </a:ext>
              </a:extLst>
            </p:cNvPr>
            <p:cNvSpPr/>
            <p:nvPr/>
          </p:nvSpPr>
          <p:spPr>
            <a:xfrm>
              <a:off x="955953" y="5880735"/>
              <a:ext cx="7300674" cy="3074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400"/>
                </a:lnSpc>
                <a:buSzPct val="100000"/>
                <a:buChar char="•"/>
              </a:pPr>
              <a:r>
                <a:rPr lang="en-US" sz="1500" b="1" dirty="0">
                  <a:solidFill>
                    <a:srgbClr val="404155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Capacity:</a:t>
              </a:r>
              <a:r>
                <a:rPr lang="en-US" sz="1500" dirty="0">
                  <a:solidFill>
                    <a:srgbClr val="404155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 Very Large</a:t>
              </a:r>
              <a:endParaRPr lang="en-US" sz="1500" dirty="0"/>
            </a:p>
          </p:txBody>
        </p:sp>
      </p:grp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2D1DCCC0-A129-827B-12FA-C5318E3C7024}"/>
              </a:ext>
            </a:extLst>
          </p:cNvPr>
          <p:cNvSpPr txBox="1">
            <a:spLocks/>
          </p:cNvSpPr>
          <p:nvPr/>
        </p:nvSpPr>
        <p:spPr>
          <a:xfrm>
            <a:off x="691079" y="6371347"/>
            <a:ext cx="9413042" cy="34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The Goal of Caching: </a:t>
            </a:r>
            <a:r>
              <a:rPr lang="en-US" dirty="0"/>
              <a:t>keep the most frequently used data at the tip of the pyramid</a:t>
            </a:r>
            <a:endParaRPr lang="fr-FR" dirty="0"/>
          </a:p>
        </p:txBody>
      </p:sp>
      <p:pic>
        <p:nvPicPr>
          <p:cNvPr id="4" name="Image 3" descr="Une image contenant texte, Police, diagramme, ligne">
            <a:extLst>
              <a:ext uri="{FF2B5EF4-FFF2-40B4-BE49-F238E27FC236}">
                <a16:creationId xmlns:a16="http://schemas.microsoft.com/office/drawing/2014/main" id="{A18CF83D-A73B-1E41-E0D3-A154CBB31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79" y="3280907"/>
            <a:ext cx="5644588" cy="271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935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CDFD6-8639-BD8F-56FC-B7F3EB0FF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AF754E-E167-C98C-0890-279DD9CE9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1"/>
            <a:ext cx="11181721" cy="1442463"/>
          </a:xfrm>
        </p:spPr>
        <p:txBody>
          <a:bodyPr/>
          <a:lstStyle/>
          <a:p>
            <a:r>
              <a:rPr lang="en-US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 Snapshot in Time: The State of Memory</a:t>
            </a:r>
            <a:endParaRPr lang="fr-FR" dirty="0"/>
          </a:p>
        </p:txBody>
      </p:sp>
      <p:pic>
        <p:nvPicPr>
          <p:cNvPr id="3" name="Untitled design (1)">
            <a:hlinkClick r:id="" action="ppaction://media"/>
            <a:extLst>
              <a:ext uri="{FF2B5EF4-FFF2-40B4-BE49-F238E27FC236}">
                <a16:creationId xmlns:a16="http://schemas.microsoft.com/office/drawing/2014/main" id="{39614853-46D4-003D-9164-13FE715A2BF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095907" y="2335121"/>
            <a:ext cx="4315226" cy="431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21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3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E538B7-E2AD-CFC9-9CC9-065EF8DED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1"/>
            <a:ext cx="11181721" cy="1442463"/>
          </a:xfrm>
        </p:spPr>
        <p:txBody>
          <a:bodyPr/>
          <a:lstStyle/>
          <a:p>
            <a:r>
              <a:rPr lang="en-US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 Snapshot in Time: The State of Memory</a:t>
            </a:r>
            <a:endParaRPr lang="fr-FR" dirty="0"/>
          </a:p>
        </p:txBody>
      </p:sp>
      <p:pic>
        <p:nvPicPr>
          <p:cNvPr id="5" name="Image 4" descr="Une image contenant texte, capture d’écran, Police, diagramme">
            <a:extLst>
              <a:ext uri="{FF2B5EF4-FFF2-40B4-BE49-F238E27FC236}">
                <a16:creationId xmlns:a16="http://schemas.microsoft.com/office/drawing/2014/main" id="{3A06FEEF-CBC6-B8DF-1C7A-84C2F53C0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319892"/>
            <a:ext cx="7620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440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4E6FC09D-7F14-B103-7B6A-3C9995B80E6D}"/>
              </a:ext>
            </a:extLst>
          </p:cNvPr>
          <p:cNvSpPr txBox="1">
            <a:spLocks/>
          </p:cNvSpPr>
          <p:nvPr/>
        </p:nvSpPr>
        <p:spPr>
          <a:xfrm>
            <a:off x="473658" y="213361"/>
            <a:ext cx="10655081" cy="2034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Code impact: </a:t>
            </a:r>
            <a:r>
              <a:rPr lang="en-US" dirty="0"/>
              <a:t>Code should maximize cache locality and minimize slow memory access:</a:t>
            </a:r>
          </a:p>
          <a:p>
            <a:pPr marL="0" indent="0">
              <a:buNone/>
            </a:pPr>
            <a:r>
              <a:rPr lang="en-US" dirty="0"/>
              <a:t>batch I/O, reuse data, and prefer contiguous structures to avoid costly cache misses and disk access</a:t>
            </a:r>
          </a:p>
          <a:p>
            <a:pPr marL="0" indent="0">
              <a:buNone/>
            </a:pPr>
            <a:r>
              <a:rPr lang="fr-FR" dirty="0"/>
              <a:t>Example 1: Data </a:t>
            </a:r>
            <a:r>
              <a:rPr lang="fr-FR" dirty="0" err="1"/>
              <a:t>Locality</a:t>
            </a:r>
            <a:endParaRPr lang="fr-FR" dirty="0"/>
          </a:p>
        </p:txBody>
      </p:sp>
      <p:pic>
        <p:nvPicPr>
          <p:cNvPr id="3" name="Image 2" descr="Une image contenant texte, nombr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BD4D8C0C-A1CD-8F93-96D4-2765ABB6C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8" y="1958204"/>
            <a:ext cx="6176643" cy="224803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5B59021-F7AE-4D48-0D1A-4447A52A821D}"/>
              </a:ext>
            </a:extLst>
          </p:cNvPr>
          <p:cNvSpPr txBox="1"/>
          <p:nvPr/>
        </p:nvSpPr>
        <p:spPr>
          <a:xfrm>
            <a:off x="6652260" y="2247900"/>
            <a:ext cx="54559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for i in range(n):</a:t>
            </a:r>
          </a:p>
          <a:p>
            <a:r>
              <a:rPr lang="fr-FR" dirty="0"/>
              <a:t>    for j in range(n):</a:t>
            </a:r>
          </a:p>
          <a:p>
            <a:r>
              <a:rPr lang="fr-FR" dirty="0"/>
              <a:t>        # </a:t>
            </a:r>
            <a:r>
              <a:rPr lang="fr-FR" dirty="0" err="1"/>
              <a:t>access</a:t>
            </a:r>
            <a:r>
              <a:rPr lang="fr-FR" dirty="0"/>
              <a:t> a[i][j]</a:t>
            </a:r>
          </a:p>
          <a:p>
            <a:endParaRPr lang="fr-FR" dirty="0"/>
          </a:p>
          <a:p>
            <a:r>
              <a:rPr lang="en-US" dirty="0"/>
              <a:t>We fix a row 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dirty="0"/>
              <a:t>	We iterate through j = 0 → n-1</a:t>
            </a:r>
          </a:p>
          <a:p>
            <a:r>
              <a:rPr lang="en-US" dirty="0"/>
              <a:t>		We access a[</a:t>
            </a:r>
            <a:r>
              <a:rPr lang="en-US" dirty="0" err="1"/>
              <a:t>i</a:t>
            </a:r>
            <a:r>
              <a:rPr lang="en-US" dirty="0"/>
              <a:t>][0], a[</a:t>
            </a:r>
            <a:r>
              <a:rPr lang="en-US" dirty="0" err="1"/>
              <a:t>i</a:t>
            </a:r>
            <a:r>
              <a:rPr lang="en-US" dirty="0"/>
              <a:t>][1], a[</a:t>
            </a:r>
            <a:r>
              <a:rPr lang="en-US" dirty="0" err="1"/>
              <a:t>i</a:t>
            </a:r>
            <a:r>
              <a:rPr lang="en-US" dirty="0"/>
              <a:t>][2], ...</a:t>
            </a:r>
          </a:p>
          <a:p>
            <a:r>
              <a:rPr lang="en-US" dirty="0"/>
              <a:t>-&gt; These elements are </a:t>
            </a:r>
            <a:r>
              <a:rPr lang="en-US" b="1" dirty="0"/>
              <a:t>adjacent in memory (Same Array)</a:t>
            </a:r>
            <a:endParaRPr lang="en-US" dirty="0"/>
          </a:p>
          <a:p>
            <a:r>
              <a:rPr lang="en-US" b="1" dirty="0"/>
              <a:t>Result:</a:t>
            </a:r>
          </a:p>
          <a:p>
            <a:r>
              <a:rPr lang="en-US" dirty="0"/>
              <a:t>Cache lines are fully used</a:t>
            </a:r>
          </a:p>
          <a:p>
            <a:r>
              <a:rPr lang="en-US" b="1" dirty="0"/>
              <a:t>Fast execution</a:t>
            </a:r>
            <a:endParaRPr lang="en-US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90382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FC157-5925-DB93-B88E-C9BC85BDC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D46F873E-F0DA-CB03-B513-9364E5F25EF7}"/>
              </a:ext>
            </a:extLst>
          </p:cNvPr>
          <p:cNvSpPr txBox="1">
            <a:spLocks/>
          </p:cNvSpPr>
          <p:nvPr/>
        </p:nvSpPr>
        <p:spPr>
          <a:xfrm>
            <a:off x="473658" y="213361"/>
            <a:ext cx="10655081" cy="2034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Code impact: </a:t>
            </a:r>
            <a:r>
              <a:rPr lang="en-US" dirty="0"/>
              <a:t>Code should maximize cache locality and minimize slow memory access:</a:t>
            </a:r>
          </a:p>
          <a:p>
            <a:pPr marL="0" indent="0">
              <a:buNone/>
            </a:pPr>
            <a:r>
              <a:rPr lang="en-US" dirty="0"/>
              <a:t>batch I/O, reuse data, and prefer contiguous structures to avoid costly cache misses and disk access</a:t>
            </a:r>
          </a:p>
          <a:p>
            <a:pPr marL="0" indent="0">
              <a:buNone/>
            </a:pPr>
            <a:r>
              <a:rPr lang="fr-FR" dirty="0"/>
              <a:t>Example 1: Data </a:t>
            </a:r>
            <a:r>
              <a:rPr lang="fr-FR" dirty="0" err="1"/>
              <a:t>Locality</a:t>
            </a:r>
            <a:endParaRPr lang="fr-FR" dirty="0"/>
          </a:p>
        </p:txBody>
      </p:sp>
      <p:pic>
        <p:nvPicPr>
          <p:cNvPr id="3" name="Image 2" descr="Une image contenant texte, nombr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07863D1A-A72F-2EBF-CDCE-DC4DBE7C7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8" y="1958204"/>
            <a:ext cx="6176643" cy="224803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3B014E0-ECE0-24AD-BC89-E231D88216A7}"/>
              </a:ext>
            </a:extLst>
          </p:cNvPr>
          <p:cNvSpPr txBox="1"/>
          <p:nvPr/>
        </p:nvSpPr>
        <p:spPr>
          <a:xfrm>
            <a:off x="6652260" y="2247900"/>
            <a:ext cx="54559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j in range(n):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range(n):</a:t>
            </a:r>
          </a:p>
          <a:p>
            <a:r>
              <a:rPr lang="en-US" dirty="0"/>
              <a:t>        # access a[</a:t>
            </a:r>
            <a:r>
              <a:rPr lang="en-US" dirty="0" err="1"/>
              <a:t>i</a:t>
            </a:r>
            <a:r>
              <a:rPr lang="en-US" dirty="0"/>
              <a:t>][j]</a:t>
            </a:r>
          </a:p>
          <a:p>
            <a:endParaRPr lang="fr-FR" dirty="0"/>
          </a:p>
          <a:p>
            <a:r>
              <a:rPr lang="en-US" dirty="0"/>
              <a:t>We fix a c</a:t>
            </a:r>
            <a:r>
              <a:rPr lang="fr-FR" dirty="0" err="1"/>
              <a:t>olumn</a:t>
            </a:r>
            <a:r>
              <a:rPr lang="fr-FR" dirty="0"/>
              <a:t> j</a:t>
            </a:r>
            <a:endParaRPr lang="en-US" dirty="0"/>
          </a:p>
          <a:p>
            <a:r>
              <a:rPr lang="en-US" dirty="0"/>
              <a:t>	We iterate </a:t>
            </a:r>
            <a:r>
              <a:rPr lang="fr-FR" dirty="0" err="1"/>
              <a:t>rows</a:t>
            </a:r>
            <a:endParaRPr lang="en-US" dirty="0"/>
          </a:p>
          <a:p>
            <a:r>
              <a:rPr lang="en-US" dirty="0"/>
              <a:t>		</a:t>
            </a:r>
            <a:r>
              <a:rPr lang="pt-BR" dirty="0"/>
              <a:t>a[0][j], a[1][j], a[2][j], ...</a:t>
            </a:r>
            <a:endParaRPr lang="en-US" dirty="0"/>
          </a:p>
          <a:p>
            <a:r>
              <a:rPr lang="en-US" dirty="0"/>
              <a:t>-&gt; These elements are </a:t>
            </a:r>
            <a:r>
              <a:rPr lang="en-US" b="1" dirty="0"/>
              <a:t>far apart in memory</a:t>
            </a:r>
            <a:r>
              <a:rPr lang="en-US" dirty="0"/>
              <a:t> (different Arrays)</a:t>
            </a:r>
          </a:p>
          <a:p>
            <a:r>
              <a:rPr lang="en-US" b="1" dirty="0"/>
              <a:t>Result:</a:t>
            </a:r>
          </a:p>
          <a:p>
            <a:r>
              <a:rPr lang="en-US" dirty="0"/>
              <a:t>Each access likely loads a new cache line</a:t>
            </a:r>
          </a:p>
          <a:p>
            <a:r>
              <a:rPr lang="en-US" dirty="0"/>
              <a:t>Cache lines are barely reused</a:t>
            </a:r>
          </a:p>
          <a:p>
            <a:r>
              <a:rPr lang="en-US" b="1" dirty="0"/>
              <a:t>Many cache misses</a:t>
            </a:r>
            <a:endParaRPr lang="en-US" dirty="0"/>
          </a:p>
          <a:p>
            <a:r>
              <a:rPr lang="fr-FR" dirty="0" err="1"/>
              <a:t>poor</a:t>
            </a:r>
            <a:r>
              <a:rPr lang="fr-FR" dirty="0"/>
              <a:t> spatial </a:t>
            </a:r>
            <a:r>
              <a:rPr lang="fr-FR" dirty="0" err="1"/>
              <a:t>locality</a:t>
            </a:r>
            <a:endParaRPr lang="en-US" b="1" dirty="0"/>
          </a:p>
          <a:p>
            <a:r>
              <a:rPr lang="en-US" b="1" dirty="0"/>
              <a:t>Slow execution</a:t>
            </a:r>
            <a:endParaRPr lang="en-US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5591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F60CB-0B8E-AFD0-C001-525BF0B72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1F923FE2-35F7-A948-A468-E477C0EA2514}"/>
              </a:ext>
            </a:extLst>
          </p:cNvPr>
          <p:cNvSpPr txBox="1">
            <a:spLocks/>
          </p:cNvSpPr>
          <p:nvPr/>
        </p:nvSpPr>
        <p:spPr>
          <a:xfrm>
            <a:off x="473658" y="213361"/>
            <a:ext cx="10655081" cy="2034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Code impact: </a:t>
            </a:r>
            <a:r>
              <a:rPr lang="en-US" dirty="0"/>
              <a:t>Code should maximize cache locality and minimize slow memory access:</a:t>
            </a:r>
          </a:p>
          <a:p>
            <a:pPr marL="0" indent="0">
              <a:buNone/>
            </a:pPr>
            <a:r>
              <a:rPr lang="en-US" dirty="0"/>
              <a:t>batch I/O, reuse data, and prefer contiguous structures to avoid costly cache misses and disk access</a:t>
            </a:r>
          </a:p>
          <a:p>
            <a:pPr marL="0" indent="0">
              <a:buNone/>
            </a:pPr>
            <a:r>
              <a:rPr lang="fr-FR" dirty="0"/>
              <a:t>Example 1: Data </a:t>
            </a:r>
            <a:r>
              <a:rPr lang="fr-FR" dirty="0" err="1"/>
              <a:t>Locality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3C8B9C5-4149-6A7F-0D9C-C29382E1E6F7}"/>
              </a:ext>
            </a:extLst>
          </p:cNvPr>
          <p:cNvSpPr txBox="1"/>
          <p:nvPr/>
        </p:nvSpPr>
        <p:spPr>
          <a:xfrm>
            <a:off x="6652260" y="2247900"/>
            <a:ext cx="54559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this matters (code impact)</a:t>
            </a:r>
          </a:p>
          <a:p>
            <a:r>
              <a:rPr lang="en-US" dirty="0"/>
              <a:t>Same algorithm</a:t>
            </a:r>
          </a:p>
          <a:p>
            <a:r>
              <a:rPr lang="en-US" dirty="0"/>
              <a:t>Same complexity O(n²)</a:t>
            </a:r>
          </a:p>
          <a:p>
            <a:r>
              <a:rPr lang="en-US" b="1" dirty="0"/>
              <a:t>Very different performance</a:t>
            </a:r>
            <a:r>
              <a:rPr lang="en-US" dirty="0"/>
              <a:t> due to memory access patterns</a:t>
            </a:r>
          </a:p>
        </p:txBody>
      </p:sp>
      <p:pic>
        <p:nvPicPr>
          <p:cNvPr id="8" name="Image 7" descr="Une image contenant texte, capture d’écran, ligne, diagramme&#10;&#10;Le contenu généré par l’IA peut être incorrect.">
            <a:extLst>
              <a:ext uri="{FF2B5EF4-FFF2-40B4-BE49-F238E27FC236}">
                <a16:creationId xmlns:a16="http://schemas.microsoft.com/office/drawing/2014/main" id="{755CFFB5-A0AB-F787-3B19-14F1C2942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99" y="1958204"/>
            <a:ext cx="5624302" cy="307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361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A2CC1-87B3-E7B8-F264-DE58E2156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D24362B1-3AD0-704A-13DD-CCC4152A53F8}"/>
              </a:ext>
            </a:extLst>
          </p:cNvPr>
          <p:cNvSpPr txBox="1">
            <a:spLocks/>
          </p:cNvSpPr>
          <p:nvPr/>
        </p:nvSpPr>
        <p:spPr>
          <a:xfrm>
            <a:off x="473658" y="213361"/>
            <a:ext cx="10655081" cy="2034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Code impact: </a:t>
            </a:r>
            <a:r>
              <a:rPr lang="en-US" dirty="0"/>
              <a:t>Code should maximize cache locality and minimize slow memory access:</a:t>
            </a:r>
          </a:p>
          <a:p>
            <a:pPr marL="0" indent="0">
              <a:buNone/>
            </a:pPr>
            <a:r>
              <a:rPr lang="en-US" dirty="0"/>
              <a:t>batch I/O, reuse data, and prefer contiguous structures to avoid costly cache misses and disk access</a:t>
            </a:r>
          </a:p>
          <a:p>
            <a:pPr marL="0" indent="0">
              <a:buNone/>
            </a:pPr>
            <a:r>
              <a:rPr lang="fr-FR" dirty="0"/>
              <a:t>Example 2: Data </a:t>
            </a:r>
            <a:r>
              <a:rPr lang="fr-FR" dirty="0" err="1"/>
              <a:t>caching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7E05741-AF81-7875-6441-69DEFDAC174F}"/>
              </a:ext>
            </a:extLst>
          </p:cNvPr>
          <p:cNvSpPr txBox="1"/>
          <p:nvPr/>
        </p:nvSpPr>
        <p:spPr>
          <a:xfrm>
            <a:off x="208390" y="2331719"/>
            <a:ext cx="6381596" cy="29794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Naive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Pure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recursion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exponential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work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no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caching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 O(2^n)</a:t>
            </a:r>
          </a:p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(n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(n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Optimized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Memoization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caching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 O(n)</a:t>
            </a:r>
          </a:p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functools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lru_cache</a:t>
            </a:r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@lru_cache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maxsize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fib_cached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fib_cached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(n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fib_cached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(n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655EAE7-A8B5-D221-3D88-2E52CF041E77}"/>
              </a:ext>
            </a:extLst>
          </p:cNvPr>
          <p:cNvSpPr txBox="1"/>
          <p:nvPr/>
        </p:nvSpPr>
        <p:spPr>
          <a:xfrm>
            <a:off x="6645167" y="2331719"/>
            <a:ext cx="539968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lru_cache</a:t>
            </a:r>
            <a:r>
              <a:rPr lang="en-US" b="1" dirty="0"/>
              <a:t> (Least Recently Used cache)</a:t>
            </a:r>
            <a:r>
              <a:rPr lang="en-US" dirty="0"/>
              <a:t> stores the params of function call and the result of it </a:t>
            </a:r>
          </a:p>
          <a:p>
            <a:endParaRPr lang="en-US" dirty="0"/>
          </a:p>
          <a:p>
            <a:r>
              <a:rPr lang="en-US" dirty="0"/>
              <a:t>When a function is called, Python checks the cache:</a:t>
            </a:r>
          </a:p>
          <a:p>
            <a:pPr lvl="1"/>
            <a:r>
              <a:rPr lang="en-US" b="1" dirty="0"/>
              <a:t>Hit</a:t>
            </a:r>
            <a:r>
              <a:rPr lang="en-US" dirty="0"/>
              <a:t> → return stored result (no </a:t>
            </a:r>
            <a:r>
              <a:rPr lang="en-US" dirty="0" err="1"/>
              <a:t>recomputation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Miss</a:t>
            </a:r>
            <a:r>
              <a:rPr lang="en-US" dirty="0"/>
              <a:t> → compute, store result in cache</a:t>
            </a:r>
          </a:p>
          <a:p>
            <a:r>
              <a:rPr lang="en-US" dirty="0"/>
              <a:t>The cache has a fixed size (</a:t>
            </a:r>
            <a:r>
              <a:rPr lang="en-US" dirty="0" err="1"/>
              <a:t>maxsize</a:t>
            </a:r>
            <a:r>
              <a:rPr lang="en-US" dirty="0"/>
              <a:t>)</a:t>
            </a:r>
          </a:p>
          <a:p>
            <a:r>
              <a:rPr lang="en-US" dirty="0"/>
              <a:t>When full, it </a:t>
            </a:r>
            <a:r>
              <a:rPr lang="en-US" b="1" dirty="0"/>
              <a:t>evicts the least recently used entry</a:t>
            </a:r>
            <a:r>
              <a:rPr lang="en-US" dirty="0"/>
              <a:t> (the one not accessed for the longest time)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6051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BD971-8BAD-C02B-D6CC-FB54BDA53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7E658D7B-1D49-A4B8-42F5-644924C9B065}"/>
              </a:ext>
            </a:extLst>
          </p:cNvPr>
          <p:cNvSpPr txBox="1">
            <a:spLocks/>
          </p:cNvSpPr>
          <p:nvPr/>
        </p:nvSpPr>
        <p:spPr>
          <a:xfrm>
            <a:off x="473658" y="213361"/>
            <a:ext cx="10655081" cy="2034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Code impact: </a:t>
            </a:r>
            <a:r>
              <a:rPr lang="en-US" dirty="0"/>
              <a:t>Code should maximize cache locality and minimize slow memory access:</a:t>
            </a:r>
          </a:p>
          <a:p>
            <a:pPr marL="0" indent="0">
              <a:buNone/>
            </a:pPr>
            <a:r>
              <a:rPr lang="en-US" dirty="0"/>
              <a:t>batch I/O, reuse data, and prefer contiguous structures to avoid costly cache misses and disk access</a:t>
            </a:r>
          </a:p>
          <a:p>
            <a:pPr marL="0" indent="0">
              <a:buNone/>
            </a:pPr>
            <a:r>
              <a:rPr lang="fr-FR" dirty="0"/>
              <a:t>Example 2: Data </a:t>
            </a:r>
            <a:r>
              <a:rPr lang="fr-FR" dirty="0" err="1"/>
              <a:t>caching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EACAC0A-CB6D-F61F-51A1-750E3CB66723}"/>
              </a:ext>
            </a:extLst>
          </p:cNvPr>
          <p:cNvSpPr txBox="1"/>
          <p:nvPr/>
        </p:nvSpPr>
        <p:spPr>
          <a:xfrm>
            <a:off x="5497721" y="2247900"/>
            <a:ext cx="6499838" cy="31589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Naive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Pure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recursion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exponential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work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no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caching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 O(2^n)</a:t>
            </a:r>
          </a:p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(n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(n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Optimized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Memoization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caching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 O(n)</a:t>
            </a:r>
          </a:p>
          <a:p>
            <a:pPr>
              <a:lnSpc>
                <a:spcPts val="1425"/>
              </a:lnSpc>
              <a:buNone/>
            </a:pPr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functools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lru_cache</a:t>
            </a:r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@lru_cache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maxsize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fib_cached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fib_cached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(n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fib_cached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(n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5" name="Image 4" descr="Une image contenant texte, capture d’écran, cercle, diagramme">
            <a:extLst>
              <a:ext uri="{FF2B5EF4-FFF2-40B4-BE49-F238E27FC236}">
                <a16:creationId xmlns:a16="http://schemas.microsoft.com/office/drawing/2014/main" id="{C320737F-E080-1754-F01B-42A799AF7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1" y="2247900"/>
            <a:ext cx="5154365" cy="286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5095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31980-B9E2-4334-791A-B7CA1200F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4B3ABFC9-DF1A-BD08-5D92-78FA2419476E}"/>
              </a:ext>
            </a:extLst>
          </p:cNvPr>
          <p:cNvSpPr txBox="1">
            <a:spLocks/>
          </p:cNvSpPr>
          <p:nvPr/>
        </p:nvSpPr>
        <p:spPr>
          <a:xfrm>
            <a:off x="473658" y="213361"/>
            <a:ext cx="10655081" cy="2034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Code impact: </a:t>
            </a:r>
            <a:r>
              <a:rPr lang="en-US" dirty="0"/>
              <a:t>Code should maximize cache locality and minimize slow memory access:</a:t>
            </a:r>
          </a:p>
          <a:p>
            <a:pPr marL="0" indent="0">
              <a:buNone/>
            </a:pPr>
            <a:r>
              <a:rPr lang="en-US" dirty="0"/>
              <a:t>batch I/O, reuse data, and prefer contiguous structures to avoid costly cache misses and disk access</a:t>
            </a:r>
          </a:p>
          <a:p>
            <a:pPr marL="0" indent="0">
              <a:buNone/>
            </a:pPr>
            <a:r>
              <a:rPr lang="fr-FR" dirty="0"/>
              <a:t>Example 2: Data </a:t>
            </a:r>
            <a:r>
              <a:rPr lang="fr-FR" dirty="0" err="1"/>
              <a:t>caching</a:t>
            </a:r>
            <a:endParaRPr lang="fr-FR" dirty="0"/>
          </a:p>
        </p:txBody>
      </p:sp>
      <p:pic>
        <p:nvPicPr>
          <p:cNvPr id="2050" name="Picture 2" descr="How to Boost the Performance of Python Using Caching Techniques | Towards  Data Science">
            <a:extLst>
              <a:ext uri="{FF2B5EF4-FFF2-40B4-BE49-F238E27FC236}">
                <a16:creationId xmlns:a16="http://schemas.microsoft.com/office/drawing/2014/main" id="{C7CD0E46-0B21-300A-42FE-235280E5B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496" y="1952950"/>
            <a:ext cx="8489403" cy="454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563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CDFD6-8639-BD8F-56FC-B7F3EB0FF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AF754E-E167-C98C-0890-279DD9CE9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1"/>
            <a:ext cx="11181721" cy="1442463"/>
          </a:xfrm>
        </p:spPr>
        <p:txBody>
          <a:bodyPr>
            <a:normAutofit/>
          </a:bodyPr>
          <a:lstStyle/>
          <a:p>
            <a:r>
              <a:rPr lang="fr-FR" sz="3600" dirty="0" err="1"/>
              <a:t>Other</a:t>
            </a:r>
            <a:r>
              <a:rPr lang="fr-FR" sz="3600" dirty="0"/>
              <a:t> computer architecture </a:t>
            </a:r>
            <a:r>
              <a:rPr lang="fr-FR" sz="3600" dirty="0" err="1"/>
              <a:t>enhancements</a:t>
            </a:r>
            <a:r>
              <a:rPr lang="fr-FR" sz="3600" dirty="0"/>
              <a:t>: DMA</a:t>
            </a:r>
          </a:p>
        </p:txBody>
      </p:sp>
      <p:pic>
        <p:nvPicPr>
          <p:cNvPr id="20482" name="Picture 2" descr="PPT - DMA Controller ( 8237 Programming Examples) PowerPoint ...">
            <a:extLst>
              <a:ext uri="{FF2B5EF4-FFF2-40B4-BE49-F238E27FC236}">
                <a16:creationId xmlns:a16="http://schemas.microsoft.com/office/drawing/2014/main" id="{788CE7F2-1D5F-5FF7-866F-C4D84E8AF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178" y="2376685"/>
            <a:ext cx="5783643" cy="433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87750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370FA-57FB-63EB-74FC-D69694E2F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15EB2A38-9331-C7FD-DA15-3AC67A380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1"/>
            <a:ext cx="11224921" cy="1442463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Other</a:t>
            </a:r>
            <a:r>
              <a:rPr lang="fr-FR" dirty="0"/>
              <a:t> computer architecture </a:t>
            </a:r>
            <a:r>
              <a:rPr lang="fr-FR" dirty="0" err="1"/>
              <a:t>enhancements</a:t>
            </a:r>
            <a:r>
              <a:rPr lang="fr-FR" dirty="0"/>
              <a:t>:</a:t>
            </a:r>
            <a:br>
              <a:rPr lang="fr-FR" dirty="0"/>
            </a:br>
            <a:r>
              <a:rPr lang="fr-FR" dirty="0"/>
              <a:t>Network Interface </a:t>
            </a:r>
            <a:r>
              <a:rPr lang="fr-FR" dirty="0" err="1"/>
              <a:t>Card</a:t>
            </a:r>
            <a:r>
              <a:rPr lang="fr-FR" dirty="0"/>
              <a:t> (NIC)</a:t>
            </a:r>
          </a:p>
        </p:txBody>
      </p:sp>
      <p:pic>
        <p:nvPicPr>
          <p:cNvPr id="21508" name="Picture 4" descr="What is NIC? | Network Interface Card in Computer Networks">
            <a:extLst>
              <a:ext uri="{FF2B5EF4-FFF2-40B4-BE49-F238E27FC236}">
                <a16:creationId xmlns:a16="http://schemas.microsoft.com/office/drawing/2014/main" id="{F6D8BBA1-4B2D-F27E-577F-B73B935D3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808" y="2356505"/>
            <a:ext cx="7530930" cy="429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40170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F25FA-3F07-F511-A1B6-C54EED661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8FE99287-C873-E011-ABFB-EF8539891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1"/>
            <a:ext cx="11224921" cy="1442463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Other</a:t>
            </a:r>
            <a:r>
              <a:rPr lang="fr-FR" dirty="0"/>
              <a:t> computer architecture </a:t>
            </a:r>
            <a:r>
              <a:rPr lang="fr-FR" dirty="0" err="1"/>
              <a:t>enhancements</a:t>
            </a:r>
            <a:r>
              <a:rPr lang="fr-FR" dirty="0"/>
              <a:t>:</a:t>
            </a:r>
            <a:br>
              <a:rPr lang="fr-FR" dirty="0"/>
            </a:br>
            <a:r>
              <a:rPr lang="en-US" dirty="0"/>
              <a:t>Sound Card (Audio Processing Unit)</a:t>
            </a:r>
            <a:endParaRPr lang="fr-FR" dirty="0"/>
          </a:p>
        </p:txBody>
      </p:sp>
      <p:pic>
        <p:nvPicPr>
          <p:cNvPr id="22530" name="Picture 2" descr="Simplified overview of the context of a PC soundcard driver (portions... |  Download Scientific Diagram">
            <a:extLst>
              <a:ext uri="{FF2B5EF4-FFF2-40B4-BE49-F238E27FC236}">
                <a16:creationId xmlns:a16="http://schemas.microsoft.com/office/drawing/2014/main" id="{F90976B5-102E-0664-8B38-AE45B5464A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970"/>
          <a:stretch>
            <a:fillRect/>
          </a:stretch>
        </p:blipFill>
        <p:spPr bwMode="auto">
          <a:xfrm>
            <a:off x="3101017" y="2569889"/>
            <a:ext cx="5989965" cy="342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0687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EA888-88E1-12B1-65A3-80F90CFC0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5BA091-3ABD-DF17-3B1C-9BBDB0D2B0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5380" y="2625476"/>
            <a:ext cx="1528380" cy="1064172"/>
          </a:xfrm>
        </p:spPr>
        <p:txBody>
          <a:bodyPr anchor="t">
            <a:normAutofit fontScale="90000"/>
          </a:bodyPr>
          <a:lstStyle/>
          <a:p>
            <a:r>
              <a:rPr lang="fr-FR" b="1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83753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4E0B3-F53F-E304-FBED-B3162F24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3189161-F585-62D4-15C2-0A4E73F87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1"/>
            <a:ext cx="11419321" cy="1442463"/>
          </a:xfrm>
        </p:spPr>
        <p:txBody>
          <a:bodyPr>
            <a:normAutofit/>
          </a:bodyPr>
          <a:lstStyle/>
          <a:p>
            <a:r>
              <a:rPr lang="en-US" dirty="0"/>
              <a:t>How Do Computers Remember (SR LATCH)</a:t>
            </a:r>
            <a:endParaRPr lang="fr-FR" dirty="0"/>
          </a:p>
        </p:txBody>
      </p:sp>
      <p:pic>
        <p:nvPicPr>
          <p:cNvPr id="2" name="How Do Computers Remember_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96F0443B-DCC2-95DC-761B-8A00310623D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97211" y="2168414"/>
            <a:ext cx="7912735" cy="445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41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4E0B3-F53F-E304-FBED-B3162F24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3189161-F585-62D4-15C2-0A4E73F87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1"/>
            <a:ext cx="11304121" cy="1442463"/>
          </a:xfrm>
        </p:spPr>
        <p:txBody>
          <a:bodyPr>
            <a:normAutofit/>
          </a:bodyPr>
          <a:lstStyle/>
          <a:p>
            <a:r>
              <a:rPr lang="en-US" dirty="0"/>
              <a:t>How Do Computers Remember (SR LATCH)</a:t>
            </a:r>
            <a:endParaRPr lang="fr-FR" dirty="0"/>
          </a:p>
        </p:txBody>
      </p:sp>
      <p:pic>
        <p:nvPicPr>
          <p:cNvPr id="4" name="How Do Computers Remember_ (online-video-cutter.com) (1)">
            <a:hlinkClick r:id="" action="ppaction://media"/>
            <a:extLst>
              <a:ext uri="{FF2B5EF4-FFF2-40B4-BE49-F238E27FC236}">
                <a16:creationId xmlns:a16="http://schemas.microsoft.com/office/drawing/2014/main" id="{B6A1FB67-D7F6-7B9A-1FC8-DB4958B1472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72601" y="2293047"/>
            <a:ext cx="7846798" cy="441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61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4E0B3-F53F-E304-FBED-B3162F24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3189161-F585-62D4-15C2-0A4E73F87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1"/>
            <a:ext cx="11304121" cy="1442463"/>
          </a:xfrm>
        </p:spPr>
        <p:txBody>
          <a:bodyPr>
            <a:normAutofit/>
          </a:bodyPr>
          <a:lstStyle/>
          <a:p>
            <a:r>
              <a:rPr lang="en-US" dirty="0"/>
              <a:t>Data Store(D LATCH)</a:t>
            </a:r>
            <a:endParaRPr lang="fr-FR" dirty="0"/>
          </a:p>
        </p:txBody>
      </p:sp>
      <p:pic>
        <p:nvPicPr>
          <p:cNvPr id="2" name="How Do Computers Remember_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D5AFDD4B-C555-7886-55F0-B540FCBEB85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20039" y="2282222"/>
            <a:ext cx="7846197" cy="441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572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4E0B3-F53F-E304-FBED-B3162F24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3189161-F585-62D4-15C2-0A4E73F87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1"/>
            <a:ext cx="11304121" cy="1442463"/>
          </a:xfrm>
        </p:spPr>
        <p:txBody>
          <a:bodyPr>
            <a:normAutofit/>
          </a:bodyPr>
          <a:lstStyle/>
          <a:p>
            <a:r>
              <a:rPr lang="en-US" dirty="0"/>
              <a:t>Data Store(4 BIT REGISTER)</a:t>
            </a:r>
            <a:endParaRPr lang="fr-FR" dirty="0"/>
          </a:p>
        </p:txBody>
      </p:sp>
      <p:pic>
        <p:nvPicPr>
          <p:cNvPr id="4" name="How Do Computers Remember_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1CDB9AB7-33B4-062C-21E1-4A40B1EAB3F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18750" y="2274537"/>
            <a:ext cx="7954499" cy="447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86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4E0B3-F53F-E304-FBED-B3162F24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3189161-F585-62D4-15C2-0A4E73F87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1"/>
            <a:ext cx="11304121" cy="1442463"/>
          </a:xfrm>
        </p:spPr>
        <p:txBody>
          <a:bodyPr>
            <a:normAutofit/>
          </a:bodyPr>
          <a:lstStyle/>
          <a:p>
            <a:r>
              <a:rPr lang="en-US" dirty="0"/>
              <a:t>1 BIT ADDER</a:t>
            </a:r>
            <a:endParaRPr lang="fr-FR" dirty="0"/>
          </a:p>
        </p:txBody>
      </p:sp>
      <p:pic>
        <p:nvPicPr>
          <p:cNvPr id="4" name="videoplayback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2F2244FA-E594-46FA-335E-CB314C129C0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14235" y="2327564"/>
            <a:ext cx="6763529" cy="380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48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4E0B3-F53F-E304-FBED-B3162F24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3189161-F585-62D4-15C2-0A4E73F87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1"/>
            <a:ext cx="11304121" cy="1442463"/>
          </a:xfrm>
        </p:spPr>
        <p:txBody>
          <a:bodyPr>
            <a:normAutofit/>
          </a:bodyPr>
          <a:lstStyle/>
          <a:p>
            <a:r>
              <a:rPr lang="en-US" dirty="0"/>
              <a:t>4 BIT ADDER</a:t>
            </a:r>
            <a:endParaRPr lang="fr-FR" dirty="0"/>
          </a:p>
        </p:txBody>
      </p:sp>
      <p:pic>
        <p:nvPicPr>
          <p:cNvPr id="5" name="[trimmed] videoplayback">
            <a:hlinkClick r:id="" action="ppaction://media"/>
            <a:extLst>
              <a:ext uri="{FF2B5EF4-FFF2-40B4-BE49-F238E27FC236}">
                <a16:creationId xmlns:a16="http://schemas.microsoft.com/office/drawing/2014/main" id="{02A5E9DE-941D-F324-FAED-926FE211683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45111" y="2370831"/>
            <a:ext cx="7701778" cy="433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092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30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4E0B3-F53F-E304-FBED-B3162F24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3189161-F585-62D4-15C2-0A4E73F87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1"/>
            <a:ext cx="11304121" cy="1442463"/>
          </a:xfrm>
        </p:spPr>
        <p:txBody>
          <a:bodyPr>
            <a:normAutofit/>
          </a:bodyPr>
          <a:lstStyle/>
          <a:p>
            <a:r>
              <a:rPr lang="en-US" dirty="0"/>
              <a:t>ALU</a:t>
            </a:r>
            <a:endParaRPr lang="fr-FR" dirty="0"/>
          </a:p>
        </p:txBody>
      </p:sp>
      <p:pic>
        <p:nvPicPr>
          <p:cNvPr id="2" name="[trimmed] videoplayback">
            <a:hlinkClick r:id="" action="ppaction://media"/>
            <a:extLst>
              <a:ext uri="{FF2B5EF4-FFF2-40B4-BE49-F238E27FC236}">
                <a16:creationId xmlns:a16="http://schemas.microsoft.com/office/drawing/2014/main" id="{712B2FF3-C905-E225-910F-D7F3C11585F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53935" y="2305075"/>
            <a:ext cx="7768439" cy="436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568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88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463D1D-690A-8122-41CA-709E8AF20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0C7A78F-9D34-1764-AE9C-078B8E602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2C3DAB0-D9F9-C254-3C36-67AE5EB50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5BB40C6-166A-4A00-7B11-CD8583CB7A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00F4D59-61EF-B813-4640-03B871F89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67FF843-16C2-5961-40EE-E4F4F30A1C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047E8AB-6255-4E2E-0E83-395CBCCFD5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9CEA52F-4CEB-B079-8AFF-5254A4AE86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B9FAEA7-9F6C-3249-7447-8530A69FE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ED8F9D5-3A27-0A6F-7E86-7618A86161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419B1A8-57AC-53CA-C345-7178D4D2FD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A3A0941-F169-7E5C-AD48-1A4C7DFC9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106780E-6590-EFAA-7D83-5C91D4714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4806B4F-708E-4AAE-F182-475BA8464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4701CE6-11DB-E598-798F-3DF4091464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629C3EF-E0D1-424D-E6E0-463E257F03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57CAE74-6BDB-498B-3507-FE594A359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2A8B290-1F36-D630-09E3-F461C03AD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61AB12F-7232-B82C-08E5-C6C53B1824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3A615A3-38EF-BEB8-A811-33DDC8C0C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62A1F1B-13AF-76C0-A371-CBECF8C82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22578DC-5A71-401C-EB7D-74EA9B7FC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E063B43-951E-666B-8D58-0358AD730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65077F9-DCBC-C516-5C21-CF0A3E1B2A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8E65061-C9C6-E9CD-6276-7C0E338B0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B01E18C-B367-4DF1-1CB9-4BF49023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6156999-4B1B-FA6C-72EC-1BF4C1EFD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09F8D50-AD18-FCA2-4B93-1055DF445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0F62BE9-7C33-DDDA-BB63-6C15C0DF7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B0E4B9D-E6F9-C5E9-85FF-41F0B2E43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CC94276-5D7C-39FB-EF7B-B496296CAF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03F3D09-013C-4509-C8DF-BE6DAC644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CC9C5EE-3AC7-08EE-5F35-F7AF50FD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838253D-80C7-1F27-F849-F669CDDB8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92D2E6A8-4108-950D-4109-B8D1979B9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5380" y="2625476"/>
            <a:ext cx="1528380" cy="1064172"/>
          </a:xfrm>
        </p:spPr>
        <p:txBody>
          <a:bodyPr anchor="t">
            <a:normAutofit fontScale="90000"/>
          </a:bodyPr>
          <a:lstStyle/>
          <a:p>
            <a:r>
              <a:rPr lang="fr-FR" b="1" dirty="0"/>
              <a:t>Q&amp;A</a:t>
            </a:r>
          </a:p>
        </p:txBody>
      </p:sp>
      <p:sp>
        <p:nvSpPr>
          <p:cNvPr id="54" name="Right Triangle 53">
            <a:extLst>
              <a:ext uri="{FF2B5EF4-FFF2-40B4-BE49-F238E27FC236}">
                <a16:creationId xmlns:a16="http://schemas.microsoft.com/office/drawing/2014/main" id="{30138AAE-3E73-F3A4-1366-5B4F64C27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4239706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43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85CF34-EBA4-0AEC-2C66-A6F4813B9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hlinkClick r:id="rId2"/>
              </a:rPr>
              <a:t>OLIVE-LEARN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33015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1C26FC-B87A-B5AF-815E-0027C7504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your attention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48435303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  <wetp:taskpane dockstate="right" visibility="0" width="438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187EBD1A-A3C8-4A37-A647-03EB03D4C15D}">
  <we:reference id="wa200007130" version="1.0.0.1" store="fr-FR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3A97CB9-361F-4701-9A5A-510EB610E953}">
  <we:reference id="wa200005566" version="3.0.0.3" store="fr-FR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3518</Words>
  <Application>Microsoft Office PowerPoint</Application>
  <PresentationFormat>Grand écran</PresentationFormat>
  <Paragraphs>538</Paragraphs>
  <Slides>41</Slides>
  <Notes>33</Notes>
  <HiddenSlides>0</HiddenSlides>
  <MMClips>8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50" baseType="lpstr">
      <vt:lpstr>Alexandria</vt:lpstr>
      <vt:lpstr>Aptos</vt:lpstr>
      <vt:lpstr>Arial</vt:lpstr>
      <vt:lpstr>Consolas</vt:lpstr>
      <vt:lpstr>Google Sans Text</vt:lpstr>
      <vt:lpstr>Grandview</vt:lpstr>
      <vt:lpstr>Nobile</vt:lpstr>
      <vt:lpstr>Wingdings</vt:lpstr>
      <vt:lpstr>CosineVTI</vt:lpstr>
      <vt:lpstr>Introduction to CS fundamentals (Hardware) WORKSHOP</vt:lpstr>
      <vt:lpstr>Workshop Plan</vt:lpstr>
      <vt:lpstr>Hardware vs Software Boundary</vt:lpstr>
      <vt:lpstr>Modern Computing Architectures</vt:lpstr>
      <vt:lpstr>Von Neumann Architecture</vt:lpstr>
      <vt:lpstr>Harvard Architecture</vt:lpstr>
      <vt:lpstr>Von Neumann vs Harvard</vt:lpstr>
      <vt:lpstr>Parallel processing models (SISD, SIMD, MISD, MIMD)</vt:lpstr>
      <vt:lpstr>Parallel processing models (SISD, SIMD, MISD, MIMD)</vt:lpstr>
      <vt:lpstr>Parallel processing models (SISD, SIMD, MISD, MIMD)</vt:lpstr>
      <vt:lpstr>CPU Instruction Pipeline </vt:lpstr>
      <vt:lpstr>Benefits of Instruction Pipelining</vt:lpstr>
      <vt:lpstr>Pipeline Implementation</vt:lpstr>
      <vt:lpstr>Obstacles to Pipelining</vt:lpstr>
      <vt:lpstr>Obstacles to Pipelining</vt:lpstr>
      <vt:lpstr>Obstacles to Pipelining</vt:lpstr>
      <vt:lpstr>Obstacles to Pipelining</vt:lpstr>
      <vt:lpstr>Obstacles to Pipelining</vt:lpstr>
      <vt:lpstr>Memory Hierarchy &amp; Caching Principle</vt:lpstr>
      <vt:lpstr>A Snapshot in Time: The State of Memory</vt:lpstr>
      <vt:lpstr>A Snapshot in Time: The State of Memory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Other computer architecture enhancements: DMA</vt:lpstr>
      <vt:lpstr>Other computer architecture enhancements: Network Interface Card (NIC)</vt:lpstr>
      <vt:lpstr>Other computer architecture enhancements: Sound Card (Audio Processing Unit)</vt:lpstr>
      <vt:lpstr>Q&amp;A</vt:lpstr>
      <vt:lpstr>How Do Computers Remember (SR LATCH)</vt:lpstr>
      <vt:lpstr>How Do Computers Remember (SR LATCH)</vt:lpstr>
      <vt:lpstr>Data Store(D LATCH)</vt:lpstr>
      <vt:lpstr>Data Store(4 BIT REGISTER)</vt:lpstr>
      <vt:lpstr>1 BIT ADDER</vt:lpstr>
      <vt:lpstr>4 BIT ADDER</vt:lpstr>
      <vt:lpstr>ALU</vt:lpstr>
      <vt:lpstr>Q&amp;A</vt:lpstr>
      <vt:lpstr>OLIVE-LEARN</vt:lpstr>
      <vt:lpstr>Thank you for your attention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Boutaleb</dc:creator>
  <cp:lastModifiedBy>Youssef BOUTALEB</cp:lastModifiedBy>
  <cp:revision>7</cp:revision>
  <dcterms:created xsi:type="dcterms:W3CDTF">2026-01-15T19:43:34Z</dcterms:created>
  <dcterms:modified xsi:type="dcterms:W3CDTF">2026-02-06T15:32:41Z</dcterms:modified>
</cp:coreProperties>
</file>